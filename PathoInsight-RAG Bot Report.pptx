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9" r:id="rId4"/>
    <p:sldId id="269" r:id="rId5"/>
    <p:sldId id="271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80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30BE10-F162-4E3A-BAF1-B418D5C052D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61E855D-325D-4756-B7EF-61DFE20FBEDF}">
      <dgm:prSet phldrT="[Text]"/>
      <dgm:spPr/>
      <dgm:t>
        <a:bodyPr/>
        <a:lstStyle/>
        <a:p>
          <a:pPr>
            <a:buNone/>
          </a:pPr>
          <a:r>
            <a:rPr lang="en-IN" dirty="0"/>
            <a:t>Patient</a:t>
          </a:r>
        </a:p>
      </dgm:t>
    </dgm:pt>
    <dgm:pt modelId="{C3383A02-15C7-45DB-ABAC-4CB94A3DAE86}" type="parTrans" cxnId="{9B185367-C1AD-439E-9720-C184C0046B7F}">
      <dgm:prSet/>
      <dgm:spPr/>
      <dgm:t>
        <a:bodyPr/>
        <a:lstStyle/>
        <a:p>
          <a:endParaRPr lang="en-IN"/>
        </a:p>
      </dgm:t>
    </dgm:pt>
    <dgm:pt modelId="{378F627E-197D-4926-A268-02CB32E5A5BF}" type="sibTrans" cxnId="{9B185367-C1AD-439E-9720-C184C0046B7F}">
      <dgm:prSet/>
      <dgm:spPr/>
      <dgm:t>
        <a:bodyPr/>
        <a:lstStyle/>
        <a:p>
          <a:endParaRPr lang="en-IN"/>
        </a:p>
      </dgm:t>
    </dgm:pt>
    <dgm:pt modelId="{0E6F39E1-C1D0-4D06-844E-A5B8243CC648}">
      <dgm:prSet phldrT="[Text]"/>
      <dgm:spPr/>
      <dgm:t>
        <a:bodyPr/>
        <a:lstStyle/>
        <a:p>
          <a:pPr>
            <a:buNone/>
          </a:pPr>
          <a:r>
            <a:rPr lang="en-IN" dirty="0"/>
            <a:t>"I have no idea what this means."</a:t>
          </a:r>
        </a:p>
      </dgm:t>
    </dgm:pt>
    <dgm:pt modelId="{CAD4B1FF-AF9F-4936-81E7-E1602DA20B4E}" type="parTrans" cxnId="{2BF65D86-A69A-403B-B72B-0146724B0611}">
      <dgm:prSet/>
      <dgm:spPr/>
      <dgm:t>
        <a:bodyPr/>
        <a:lstStyle/>
        <a:p>
          <a:endParaRPr lang="en-IN"/>
        </a:p>
      </dgm:t>
    </dgm:pt>
    <dgm:pt modelId="{D3E6DD55-A207-4287-B270-4C4BD9154C46}" type="sibTrans" cxnId="{2BF65D86-A69A-403B-B72B-0146724B0611}">
      <dgm:prSet/>
      <dgm:spPr/>
      <dgm:t>
        <a:bodyPr/>
        <a:lstStyle/>
        <a:p>
          <a:endParaRPr lang="en-IN"/>
        </a:p>
      </dgm:t>
    </dgm:pt>
    <dgm:pt modelId="{2BFB564A-F257-446B-B119-B059317837BC}">
      <dgm:prSet phldrT="[Text]"/>
      <dgm:spPr/>
      <dgm:t>
        <a:bodyPr/>
        <a:lstStyle/>
        <a:p>
          <a:pPr>
            <a:buNone/>
          </a:pPr>
          <a:r>
            <a:rPr lang="en-IN" dirty="0"/>
            <a:t>CBC Report</a:t>
          </a:r>
        </a:p>
      </dgm:t>
    </dgm:pt>
    <dgm:pt modelId="{27F70ABD-B088-424B-A2DF-BCF010DB3996}" type="parTrans" cxnId="{C35522D5-E849-4650-95F8-EA0811D2CA65}">
      <dgm:prSet/>
      <dgm:spPr/>
      <dgm:t>
        <a:bodyPr/>
        <a:lstStyle/>
        <a:p>
          <a:endParaRPr lang="en-IN"/>
        </a:p>
      </dgm:t>
    </dgm:pt>
    <dgm:pt modelId="{88322796-DBE2-4176-B203-48752E5AB93F}" type="sibTrans" cxnId="{C35522D5-E849-4650-95F8-EA0811D2CA65}">
      <dgm:prSet/>
      <dgm:spPr/>
      <dgm:t>
        <a:bodyPr/>
        <a:lstStyle/>
        <a:p>
          <a:endParaRPr lang="en-IN"/>
        </a:p>
      </dgm:t>
    </dgm:pt>
    <dgm:pt modelId="{EBFB8C76-0A0C-46A2-82D1-AD360023A345}" type="pres">
      <dgm:prSet presAssocID="{0E30BE10-F162-4E3A-BAF1-B418D5C052D9}" presName="Name0" presStyleCnt="0">
        <dgm:presLayoutVars>
          <dgm:dir/>
          <dgm:resizeHandles val="exact"/>
        </dgm:presLayoutVars>
      </dgm:prSet>
      <dgm:spPr/>
    </dgm:pt>
    <dgm:pt modelId="{E5ACBCEC-0199-445D-8FB7-D929DE218F5D}" type="pres">
      <dgm:prSet presAssocID="{161E855D-325D-4756-B7EF-61DFE20FBEDF}" presName="node" presStyleLbl="node1" presStyleIdx="0" presStyleCnt="3" custScaleX="186330">
        <dgm:presLayoutVars>
          <dgm:bulletEnabled val="1"/>
        </dgm:presLayoutVars>
      </dgm:prSet>
      <dgm:spPr/>
    </dgm:pt>
    <dgm:pt modelId="{E4382F37-694F-4D03-8F4C-E00F7DDF71E5}" type="pres">
      <dgm:prSet presAssocID="{378F627E-197D-4926-A268-02CB32E5A5BF}" presName="sibTrans" presStyleLbl="sibTrans2D1" presStyleIdx="0" presStyleCnt="2"/>
      <dgm:spPr/>
    </dgm:pt>
    <dgm:pt modelId="{DF61C82A-A636-475C-B48D-87A8315C8D14}" type="pres">
      <dgm:prSet presAssocID="{378F627E-197D-4926-A268-02CB32E5A5BF}" presName="connectorText" presStyleLbl="sibTrans2D1" presStyleIdx="0" presStyleCnt="2"/>
      <dgm:spPr/>
    </dgm:pt>
    <dgm:pt modelId="{7478F6D8-A720-46EB-92E9-F965734A1002}" type="pres">
      <dgm:prSet presAssocID="{2BFB564A-F257-446B-B119-B059317837BC}" presName="node" presStyleLbl="node1" presStyleIdx="1" presStyleCnt="3" custScaleX="276781">
        <dgm:presLayoutVars>
          <dgm:bulletEnabled val="1"/>
        </dgm:presLayoutVars>
      </dgm:prSet>
      <dgm:spPr/>
    </dgm:pt>
    <dgm:pt modelId="{26AA7AC1-908E-46E2-BD5E-9EFC9C075F51}" type="pres">
      <dgm:prSet presAssocID="{88322796-DBE2-4176-B203-48752E5AB93F}" presName="sibTrans" presStyleLbl="sibTrans2D1" presStyleIdx="1" presStyleCnt="2"/>
      <dgm:spPr/>
    </dgm:pt>
    <dgm:pt modelId="{A3AAB96E-A9AF-46B5-AA51-8CD076169FB2}" type="pres">
      <dgm:prSet presAssocID="{88322796-DBE2-4176-B203-48752E5AB93F}" presName="connectorText" presStyleLbl="sibTrans2D1" presStyleIdx="1" presStyleCnt="2"/>
      <dgm:spPr/>
    </dgm:pt>
    <dgm:pt modelId="{207FEA27-4999-46AE-A706-28FADC5F11C5}" type="pres">
      <dgm:prSet presAssocID="{0E6F39E1-C1D0-4D06-844E-A5B8243CC648}" presName="node" presStyleLbl="node1" presStyleIdx="2" presStyleCnt="3" custScaleX="488176">
        <dgm:presLayoutVars>
          <dgm:bulletEnabled val="1"/>
        </dgm:presLayoutVars>
      </dgm:prSet>
      <dgm:spPr/>
    </dgm:pt>
  </dgm:ptLst>
  <dgm:cxnLst>
    <dgm:cxn modelId="{62B2FB17-1BA7-4567-9D50-F592FE435D50}" type="presOf" srcId="{378F627E-197D-4926-A268-02CB32E5A5BF}" destId="{E4382F37-694F-4D03-8F4C-E00F7DDF71E5}" srcOrd="0" destOrd="0" presId="urn:microsoft.com/office/officeart/2005/8/layout/process1"/>
    <dgm:cxn modelId="{8B270D21-F279-4C3B-862A-A95A021961DE}" type="presOf" srcId="{88322796-DBE2-4176-B203-48752E5AB93F}" destId="{A3AAB96E-A9AF-46B5-AA51-8CD076169FB2}" srcOrd="1" destOrd="0" presId="urn:microsoft.com/office/officeart/2005/8/layout/process1"/>
    <dgm:cxn modelId="{E3D9F75E-A976-44B6-BBB9-AFF26C68B7A5}" type="presOf" srcId="{0E30BE10-F162-4E3A-BAF1-B418D5C052D9}" destId="{EBFB8C76-0A0C-46A2-82D1-AD360023A345}" srcOrd="0" destOrd="0" presId="urn:microsoft.com/office/officeart/2005/8/layout/process1"/>
    <dgm:cxn modelId="{9B185367-C1AD-439E-9720-C184C0046B7F}" srcId="{0E30BE10-F162-4E3A-BAF1-B418D5C052D9}" destId="{161E855D-325D-4756-B7EF-61DFE20FBEDF}" srcOrd="0" destOrd="0" parTransId="{C3383A02-15C7-45DB-ABAC-4CB94A3DAE86}" sibTransId="{378F627E-197D-4926-A268-02CB32E5A5BF}"/>
    <dgm:cxn modelId="{4875C96F-786A-456A-AC05-E439A0DF04B3}" type="presOf" srcId="{378F627E-197D-4926-A268-02CB32E5A5BF}" destId="{DF61C82A-A636-475C-B48D-87A8315C8D14}" srcOrd="1" destOrd="0" presId="urn:microsoft.com/office/officeart/2005/8/layout/process1"/>
    <dgm:cxn modelId="{82ED5255-AB6B-4F8F-9ED7-3695DB22D805}" type="presOf" srcId="{161E855D-325D-4756-B7EF-61DFE20FBEDF}" destId="{E5ACBCEC-0199-445D-8FB7-D929DE218F5D}" srcOrd="0" destOrd="0" presId="urn:microsoft.com/office/officeart/2005/8/layout/process1"/>
    <dgm:cxn modelId="{2BF65D86-A69A-403B-B72B-0146724B0611}" srcId="{0E30BE10-F162-4E3A-BAF1-B418D5C052D9}" destId="{0E6F39E1-C1D0-4D06-844E-A5B8243CC648}" srcOrd="2" destOrd="0" parTransId="{CAD4B1FF-AF9F-4936-81E7-E1602DA20B4E}" sibTransId="{D3E6DD55-A207-4287-B270-4C4BD9154C46}"/>
    <dgm:cxn modelId="{8F629CB3-5286-48EB-8638-3D184C5EEFEE}" type="presOf" srcId="{0E6F39E1-C1D0-4D06-844E-A5B8243CC648}" destId="{207FEA27-4999-46AE-A706-28FADC5F11C5}" srcOrd="0" destOrd="0" presId="urn:microsoft.com/office/officeart/2005/8/layout/process1"/>
    <dgm:cxn modelId="{933884C6-B87A-4518-880B-323998F7B64B}" type="presOf" srcId="{2BFB564A-F257-446B-B119-B059317837BC}" destId="{7478F6D8-A720-46EB-92E9-F965734A1002}" srcOrd="0" destOrd="0" presId="urn:microsoft.com/office/officeart/2005/8/layout/process1"/>
    <dgm:cxn modelId="{C35522D5-E849-4650-95F8-EA0811D2CA65}" srcId="{0E30BE10-F162-4E3A-BAF1-B418D5C052D9}" destId="{2BFB564A-F257-446B-B119-B059317837BC}" srcOrd="1" destOrd="0" parTransId="{27F70ABD-B088-424B-A2DF-BCF010DB3996}" sibTransId="{88322796-DBE2-4176-B203-48752E5AB93F}"/>
    <dgm:cxn modelId="{7DA5F7E6-3683-4EDF-9773-88D3E7CA7786}" type="presOf" srcId="{88322796-DBE2-4176-B203-48752E5AB93F}" destId="{26AA7AC1-908E-46E2-BD5E-9EFC9C075F51}" srcOrd="0" destOrd="0" presId="urn:microsoft.com/office/officeart/2005/8/layout/process1"/>
    <dgm:cxn modelId="{85697BB1-E33C-4A0F-B341-6AB40155C11D}" type="presParOf" srcId="{EBFB8C76-0A0C-46A2-82D1-AD360023A345}" destId="{E5ACBCEC-0199-445D-8FB7-D929DE218F5D}" srcOrd="0" destOrd="0" presId="urn:microsoft.com/office/officeart/2005/8/layout/process1"/>
    <dgm:cxn modelId="{87103CE1-E41E-449F-BBC5-7AD55B56C428}" type="presParOf" srcId="{EBFB8C76-0A0C-46A2-82D1-AD360023A345}" destId="{E4382F37-694F-4D03-8F4C-E00F7DDF71E5}" srcOrd="1" destOrd="0" presId="urn:microsoft.com/office/officeart/2005/8/layout/process1"/>
    <dgm:cxn modelId="{61D8D948-8A87-4DCD-BD08-3C13C8A34804}" type="presParOf" srcId="{E4382F37-694F-4D03-8F4C-E00F7DDF71E5}" destId="{DF61C82A-A636-475C-B48D-87A8315C8D14}" srcOrd="0" destOrd="0" presId="urn:microsoft.com/office/officeart/2005/8/layout/process1"/>
    <dgm:cxn modelId="{E8BAFF83-BE61-4666-B748-1F3655892885}" type="presParOf" srcId="{EBFB8C76-0A0C-46A2-82D1-AD360023A345}" destId="{7478F6D8-A720-46EB-92E9-F965734A1002}" srcOrd="2" destOrd="0" presId="urn:microsoft.com/office/officeart/2005/8/layout/process1"/>
    <dgm:cxn modelId="{FBDE88DC-CBDD-4272-AB2C-4526BA00975A}" type="presParOf" srcId="{EBFB8C76-0A0C-46A2-82D1-AD360023A345}" destId="{26AA7AC1-908E-46E2-BD5E-9EFC9C075F51}" srcOrd="3" destOrd="0" presId="urn:microsoft.com/office/officeart/2005/8/layout/process1"/>
    <dgm:cxn modelId="{19B24D48-DD74-46B2-97A9-6F651FBFA11A}" type="presParOf" srcId="{26AA7AC1-908E-46E2-BD5E-9EFC9C075F51}" destId="{A3AAB96E-A9AF-46B5-AA51-8CD076169FB2}" srcOrd="0" destOrd="0" presId="urn:microsoft.com/office/officeart/2005/8/layout/process1"/>
    <dgm:cxn modelId="{1F8CDA29-ADD6-45AE-9099-8CC26383C788}" type="presParOf" srcId="{EBFB8C76-0A0C-46A2-82D1-AD360023A345}" destId="{207FEA27-4999-46AE-A706-28FADC5F11C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5753F-14B7-43C2-B93E-C526DD4977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8021D2F-0F5C-4113-9949-A446DF9014A5}">
      <dgm:prSet phldrT="[Text]"/>
      <dgm:spPr/>
      <dgm:t>
        <a:bodyPr/>
        <a:lstStyle/>
        <a:p>
          <a:pPr>
            <a:buNone/>
          </a:pPr>
          <a:r>
            <a:rPr lang="en-IN" b="1" i="0" dirty="0"/>
            <a:t>Hybrid Parsing Engine:</a:t>
          </a:r>
          <a:endParaRPr lang="en-IN" dirty="0"/>
        </a:p>
      </dgm:t>
    </dgm:pt>
    <dgm:pt modelId="{85BA2E53-A5C4-48EC-9AC5-DACFCEFA58A1}" type="parTrans" cxnId="{FC6959B2-1AA6-4F5D-9CD0-E491A55759EC}">
      <dgm:prSet/>
      <dgm:spPr/>
      <dgm:t>
        <a:bodyPr/>
        <a:lstStyle/>
        <a:p>
          <a:endParaRPr lang="en-IN"/>
        </a:p>
      </dgm:t>
    </dgm:pt>
    <dgm:pt modelId="{86F02EB5-EDEF-463F-AFAC-36A00F18F534}" type="sibTrans" cxnId="{FC6959B2-1AA6-4F5D-9CD0-E491A55759EC}">
      <dgm:prSet/>
      <dgm:spPr/>
      <dgm:t>
        <a:bodyPr/>
        <a:lstStyle/>
        <a:p>
          <a:endParaRPr lang="en-IN"/>
        </a:p>
      </dgm:t>
    </dgm:pt>
    <dgm:pt modelId="{4D4FE7C5-72CC-4C0C-93ED-13294FADA4CD}">
      <dgm:prSet phldrT="[Text]" custT="1"/>
      <dgm:spPr/>
      <dgm:t>
        <a:bodyPr/>
        <a:lstStyle/>
        <a:p>
          <a:pPr>
            <a:spcAft>
              <a:spcPts val="0"/>
            </a:spcAft>
            <a:buNone/>
          </a:pPr>
          <a:r>
            <a:rPr lang="en-IN" sz="1700" b="0" i="0" dirty="0"/>
            <a:t>Automatically detects if a PDF has a text layer. Uses fast, free, local parsing (</a:t>
          </a:r>
          <a:r>
            <a:rPr lang="en-IN" sz="1700" b="0" i="0" dirty="0" err="1"/>
            <a:t>pdfplumber</a:t>
          </a:r>
          <a:r>
            <a:rPr lang="en-IN" sz="1700" b="0" i="0" dirty="0"/>
            <a:t>) for digital PDFs, and gracefully falls back to multimodal OCR (Gemini Vision) for scanned images or non-searchable PDFs.</a:t>
          </a:r>
          <a:endParaRPr lang="en-IN" sz="1700" dirty="0"/>
        </a:p>
      </dgm:t>
    </dgm:pt>
    <dgm:pt modelId="{46CCA590-67FA-452E-9908-6C450C70D568}" type="parTrans" cxnId="{63699A24-EAEB-41F1-AE18-B1885F676901}">
      <dgm:prSet/>
      <dgm:spPr/>
      <dgm:t>
        <a:bodyPr/>
        <a:lstStyle/>
        <a:p>
          <a:endParaRPr lang="en-IN"/>
        </a:p>
      </dgm:t>
    </dgm:pt>
    <dgm:pt modelId="{0D29DB6A-9739-4134-B562-7104A25BC26E}" type="sibTrans" cxnId="{63699A24-EAEB-41F1-AE18-B1885F676901}">
      <dgm:prSet/>
      <dgm:spPr/>
      <dgm:t>
        <a:bodyPr/>
        <a:lstStyle/>
        <a:p>
          <a:endParaRPr lang="en-IN"/>
        </a:p>
      </dgm:t>
    </dgm:pt>
    <dgm:pt modelId="{CB387E19-4314-40C4-B28D-5DC8EF370F8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Two-Tier RAG Context</a:t>
          </a:r>
          <a:r>
            <a:rPr lang="en-IN" b="0" i="0" dirty="0"/>
            <a:t>:</a:t>
          </a:r>
          <a:endParaRPr lang="en-IN" dirty="0"/>
        </a:p>
      </dgm:t>
    </dgm:pt>
    <dgm:pt modelId="{C9C1BEF4-B596-468A-B44E-0CA750C9EFE4}" type="parTrans" cxnId="{C45CE030-498A-4A82-B40D-579ED9E7EC4E}">
      <dgm:prSet/>
      <dgm:spPr/>
      <dgm:t>
        <a:bodyPr/>
        <a:lstStyle/>
        <a:p>
          <a:endParaRPr lang="en-IN"/>
        </a:p>
      </dgm:t>
    </dgm:pt>
    <dgm:pt modelId="{02E809CC-4092-4C39-9DED-D29F339DBA75}" type="sibTrans" cxnId="{C45CE030-498A-4A82-B40D-579ED9E7EC4E}">
      <dgm:prSet/>
      <dgm:spPr/>
      <dgm:t>
        <a:bodyPr/>
        <a:lstStyle/>
        <a:p>
          <a:endParaRPr lang="en-IN"/>
        </a:p>
      </dgm:t>
    </dgm:pt>
    <dgm:pt modelId="{763B8A9C-C9A7-4878-BE8C-4B9D8606B3D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Live Web Grounding</a:t>
          </a:r>
          <a:r>
            <a:rPr lang="en-IN" b="0" i="0" dirty="0"/>
            <a:t>:</a:t>
          </a:r>
        </a:p>
      </dgm:t>
    </dgm:pt>
    <dgm:pt modelId="{8DFE5F57-A490-4636-889E-A298D9B75D69}" type="parTrans" cxnId="{5930886B-1B91-4837-9756-D3724EAC0070}">
      <dgm:prSet/>
      <dgm:spPr/>
      <dgm:t>
        <a:bodyPr/>
        <a:lstStyle/>
        <a:p>
          <a:endParaRPr lang="en-IN"/>
        </a:p>
      </dgm:t>
    </dgm:pt>
    <dgm:pt modelId="{E8D72C8E-B5D9-4477-98AE-783D8BE8D3B4}" type="sibTrans" cxnId="{5930886B-1B91-4837-9756-D3724EAC0070}">
      <dgm:prSet/>
      <dgm:spPr/>
      <dgm:t>
        <a:bodyPr/>
        <a:lstStyle/>
        <a:p>
          <a:endParaRPr lang="en-IN"/>
        </a:p>
      </dgm:t>
    </dgm:pt>
    <dgm:pt modelId="{BF536C2A-FEFD-4F0C-B1D6-B44FEC0B196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Server-Sent Events (SSE) Streaming</a:t>
          </a:r>
          <a:r>
            <a:rPr lang="en-IN" b="0" i="0" dirty="0"/>
            <a:t>:</a:t>
          </a:r>
        </a:p>
      </dgm:t>
    </dgm:pt>
    <dgm:pt modelId="{0AD1B4B6-B785-4661-9721-86480C77F73F}" type="parTrans" cxnId="{DDDB9113-1C82-4B4C-A365-2DE08BB9C110}">
      <dgm:prSet/>
      <dgm:spPr/>
      <dgm:t>
        <a:bodyPr/>
        <a:lstStyle/>
        <a:p>
          <a:endParaRPr lang="en-IN"/>
        </a:p>
      </dgm:t>
    </dgm:pt>
    <dgm:pt modelId="{87175063-C6F0-4FB8-9D76-B92D920B4C3D}" type="sibTrans" cxnId="{DDDB9113-1C82-4B4C-A365-2DE08BB9C110}">
      <dgm:prSet/>
      <dgm:spPr/>
      <dgm:t>
        <a:bodyPr/>
        <a:lstStyle/>
        <a:p>
          <a:endParaRPr lang="en-IN"/>
        </a:p>
      </dgm:t>
    </dgm:pt>
    <dgm:pt modelId="{14139B44-18C0-46AA-BB12-9C5FAD3C485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Dynamic UI Suggestions</a:t>
          </a:r>
          <a:r>
            <a:rPr lang="en-IN" b="0" i="0" dirty="0"/>
            <a:t>:</a:t>
          </a:r>
        </a:p>
      </dgm:t>
    </dgm:pt>
    <dgm:pt modelId="{16C80D8D-8C1E-482F-873C-C79037881F09}" type="parTrans" cxnId="{B1E547D5-0E31-4411-AE30-7E0C436A847C}">
      <dgm:prSet/>
      <dgm:spPr/>
      <dgm:t>
        <a:bodyPr/>
        <a:lstStyle/>
        <a:p>
          <a:endParaRPr lang="en-IN"/>
        </a:p>
      </dgm:t>
    </dgm:pt>
    <dgm:pt modelId="{24D09F69-0924-4D88-8E22-F6E40CCCB287}" type="sibTrans" cxnId="{B1E547D5-0E31-4411-AE30-7E0C436A847C}">
      <dgm:prSet/>
      <dgm:spPr/>
      <dgm:t>
        <a:bodyPr/>
        <a:lstStyle/>
        <a:p>
          <a:endParaRPr lang="en-IN"/>
        </a:p>
      </dgm:t>
    </dgm:pt>
    <dgm:pt modelId="{159566FE-A543-43B4-9EB8-152BC1947A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 dirty="0"/>
            <a:t>Compact Table Dashboard</a:t>
          </a:r>
          <a:r>
            <a:rPr lang="en-IN" b="0" i="0" dirty="0"/>
            <a:t>:</a:t>
          </a:r>
        </a:p>
      </dgm:t>
    </dgm:pt>
    <dgm:pt modelId="{402EF3E3-C7B4-4429-9756-139EB2CDFFD5}" type="parTrans" cxnId="{799BBAEA-BEA9-49A1-AF7D-E9DFA67AA8BF}">
      <dgm:prSet/>
      <dgm:spPr/>
      <dgm:t>
        <a:bodyPr/>
        <a:lstStyle/>
        <a:p>
          <a:endParaRPr lang="en-IN"/>
        </a:p>
      </dgm:t>
    </dgm:pt>
    <dgm:pt modelId="{0168DA8C-D1CF-405B-B67F-FBCCE97D4FDF}" type="sibTrans" cxnId="{799BBAEA-BEA9-49A1-AF7D-E9DFA67AA8BF}">
      <dgm:prSet/>
      <dgm:spPr/>
      <dgm:t>
        <a:bodyPr/>
        <a:lstStyle/>
        <a:p>
          <a:endParaRPr lang="en-IN"/>
        </a:p>
      </dgm:t>
    </dgm:pt>
    <dgm:pt modelId="{E43D816E-F948-461D-8C85-63BF92205BF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Chat responses are informed simultaneously by the specific patient data (from the uploaded report) and general reference guidelines (from the local KB).</a:t>
          </a:r>
          <a:endParaRPr lang="en-IN" dirty="0"/>
        </a:p>
      </dgm:t>
    </dgm:pt>
    <dgm:pt modelId="{B88B8680-2EAE-4BF7-8E17-159EA3A0105D}" type="parTrans" cxnId="{64BDE6BB-7E22-4BEE-AB86-E594396B5632}">
      <dgm:prSet/>
      <dgm:spPr/>
      <dgm:t>
        <a:bodyPr/>
        <a:lstStyle/>
        <a:p>
          <a:endParaRPr lang="en-IN"/>
        </a:p>
      </dgm:t>
    </dgm:pt>
    <dgm:pt modelId="{6AD7E9F0-7BB4-4403-A3F8-F5CEB68E39F3}" type="sibTrans" cxnId="{64BDE6BB-7E22-4BEE-AB86-E594396B5632}">
      <dgm:prSet/>
      <dgm:spPr/>
      <dgm:t>
        <a:bodyPr/>
        <a:lstStyle/>
        <a:p>
          <a:endParaRPr lang="en-IN"/>
        </a:p>
      </dgm:t>
    </dgm:pt>
    <dgm:pt modelId="{ED9C09C5-472C-4F62-95A0-B5562FEA09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The LLM isn't limited to training cutoffs. The AI fetches the latest clinical guidelines via Google Search mid-response and provides clickable citations.</a:t>
          </a:r>
          <a:endParaRPr lang="en-IN" b="0" i="0" dirty="0"/>
        </a:p>
      </dgm:t>
    </dgm:pt>
    <dgm:pt modelId="{C0BF100F-AC7D-4AF3-B9A5-CE4BE874E170}" type="parTrans" cxnId="{07A3D360-B402-4876-8A3A-6404B9D9E937}">
      <dgm:prSet/>
      <dgm:spPr/>
      <dgm:t>
        <a:bodyPr/>
        <a:lstStyle/>
        <a:p>
          <a:endParaRPr lang="en-IN"/>
        </a:p>
      </dgm:t>
    </dgm:pt>
    <dgm:pt modelId="{3FC889CB-CE6A-4142-8F2B-BA91775D2400}" type="sibTrans" cxnId="{07A3D360-B402-4876-8A3A-6404B9D9E937}">
      <dgm:prSet/>
      <dgm:spPr/>
      <dgm:t>
        <a:bodyPr/>
        <a:lstStyle/>
        <a:p>
          <a:endParaRPr lang="en-IN"/>
        </a:p>
      </dgm:t>
    </dgm:pt>
    <dgm:pt modelId="{DEF68368-05CD-4155-9C56-C9D1C017AF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Chat responses stream into the UI token-by-token for a fast, responsive, "typing" experience.</a:t>
          </a:r>
          <a:endParaRPr lang="en-IN" b="0" i="0" dirty="0"/>
        </a:p>
      </dgm:t>
    </dgm:pt>
    <dgm:pt modelId="{717999E1-A054-4209-95F2-E3DF78355F63}" type="parTrans" cxnId="{A1F74EC3-A5FD-4622-8A4E-43B2181E2B33}">
      <dgm:prSet/>
      <dgm:spPr/>
      <dgm:t>
        <a:bodyPr/>
        <a:lstStyle/>
        <a:p>
          <a:endParaRPr lang="en-IN"/>
        </a:p>
      </dgm:t>
    </dgm:pt>
    <dgm:pt modelId="{CDB9707A-01B2-4FA7-80A6-E18AD5B9BAE0}" type="sibTrans" cxnId="{A1F74EC3-A5FD-4622-8A4E-43B2181E2B33}">
      <dgm:prSet/>
      <dgm:spPr/>
      <dgm:t>
        <a:bodyPr/>
        <a:lstStyle/>
        <a:p>
          <a:endParaRPr lang="en-IN"/>
        </a:p>
      </dgm:t>
    </dgm:pt>
    <dgm:pt modelId="{E40EDBC9-FA9F-4541-92E6-0F6BABF08D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Chat suggestion pills are generated at runtime based specifically on the </a:t>
          </a:r>
          <a:r>
            <a:rPr lang="en-IN" b="0" i="1"/>
            <a:t>abnormal</a:t>
          </a:r>
          <a:r>
            <a:rPr lang="en-IN" b="0" i="0"/>
            <a:t> metrics found in the uploaded report.</a:t>
          </a:r>
          <a:endParaRPr lang="en-IN" b="0" i="0" dirty="0"/>
        </a:p>
      </dgm:t>
    </dgm:pt>
    <dgm:pt modelId="{CE586416-A4FC-4683-BEFE-34FBC6D497F8}" type="parTrans" cxnId="{1CFB43E6-9912-4755-B205-252DA54474FD}">
      <dgm:prSet/>
      <dgm:spPr/>
      <dgm:t>
        <a:bodyPr/>
        <a:lstStyle/>
        <a:p>
          <a:endParaRPr lang="en-IN"/>
        </a:p>
      </dgm:t>
    </dgm:pt>
    <dgm:pt modelId="{A10EDA73-796A-4194-A4AC-5E2AA61D3AFB}" type="sibTrans" cxnId="{1CFB43E6-9912-4755-B205-252DA54474FD}">
      <dgm:prSet/>
      <dgm:spPr/>
      <dgm:t>
        <a:bodyPr/>
        <a:lstStyle/>
        <a:p>
          <a:endParaRPr lang="en-IN"/>
        </a:p>
      </dgm:t>
    </dgm:pt>
    <dgm:pt modelId="{65C39B5B-8DF4-4904-ACDC-A5C20A814E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Clean, scannable layout mimicking real lab reports for easy reading, designed in a custom Light Mode CSS system.</a:t>
          </a:r>
          <a:endParaRPr lang="en-IN" b="0" i="0" dirty="0"/>
        </a:p>
      </dgm:t>
    </dgm:pt>
    <dgm:pt modelId="{A9DE0633-9D76-4ADF-815B-F34AA61278AC}" type="parTrans" cxnId="{8F6BF756-D147-4729-8E92-F7BBA1FFF5FA}">
      <dgm:prSet/>
      <dgm:spPr/>
      <dgm:t>
        <a:bodyPr/>
        <a:lstStyle/>
        <a:p>
          <a:endParaRPr lang="en-IN"/>
        </a:p>
      </dgm:t>
    </dgm:pt>
    <dgm:pt modelId="{5967BEC9-AAB2-4EB6-B246-32F9A0BB2710}" type="sibTrans" cxnId="{8F6BF756-D147-4729-8E92-F7BBA1FFF5FA}">
      <dgm:prSet/>
      <dgm:spPr/>
      <dgm:t>
        <a:bodyPr/>
        <a:lstStyle/>
        <a:p>
          <a:endParaRPr lang="en-IN"/>
        </a:p>
      </dgm:t>
    </dgm:pt>
    <dgm:pt modelId="{C5B08E43-C41E-4554-8914-3BB04FE09025}" type="pres">
      <dgm:prSet presAssocID="{9195753F-14B7-43C2-B93E-C526DD4977C1}" presName="vert0" presStyleCnt="0">
        <dgm:presLayoutVars>
          <dgm:dir/>
          <dgm:animOne val="branch"/>
          <dgm:animLvl val="lvl"/>
        </dgm:presLayoutVars>
      </dgm:prSet>
      <dgm:spPr/>
    </dgm:pt>
    <dgm:pt modelId="{E2EA08DC-3CC0-4E96-986F-8A2EBD186E3D}" type="pres">
      <dgm:prSet presAssocID="{88021D2F-0F5C-4113-9949-A446DF9014A5}" presName="thickLine" presStyleLbl="alignNode1" presStyleIdx="0" presStyleCnt="6"/>
      <dgm:spPr/>
    </dgm:pt>
    <dgm:pt modelId="{CDB8C2EF-3256-45EC-A0F5-0847EFFAF0B8}" type="pres">
      <dgm:prSet presAssocID="{88021D2F-0F5C-4113-9949-A446DF9014A5}" presName="horz1" presStyleCnt="0"/>
      <dgm:spPr/>
    </dgm:pt>
    <dgm:pt modelId="{DE8A5F07-6095-446A-8DFC-0178BD67DD89}" type="pres">
      <dgm:prSet presAssocID="{88021D2F-0F5C-4113-9949-A446DF9014A5}" presName="tx1" presStyleLbl="revTx" presStyleIdx="0" presStyleCnt="12"/>
      <dgm:spPr/>
    </dgm:pt>
    <dgm:pt modelId="{85B69716-7236-4A61-9BC5-1A8C5513386C}" type="pres">
      <dgm:prSet presAssocID="{88021D2F-0F5C-4113-9949-A446DF9014A5}" presName="vert1" presStyleCnt="0"/>
      <dgm:spPr/>
    </dgm:pt>
    <dgm:pt modelId="{7642D638-512B-46CC-923B-10E46FA262A0}" type="pres">
      <dgm:prSet presAssocID="{4D4FE7C5-72CC-4C0C-93ED-13294FADA4CD}" presName="vertSpace2a" presStyleCnt="0"/>
      <dgm:spPr/>
    </dgm:pt>
    <dgm:pt modelId="{656ECE5D-CD8A-4BE5-87E7-D2E2B9C39358}" type="pres">
      <dgm:prSet presAssocID="{4D4FE7C5-72CC-4C0C-93ED-13294FADA4CD}" presName="horz2" presStyleCnt="0"/>
      <dgm:spPr/>
    </dgm:pt>
    <dgm:pt modelId="{B36962BF-DA03-4B7B-AC5F-E6922C124C9E}" type="pres">
      <dgm:prSet presAssocID="{4D4FE7C5-72CC-4C0C-93ED-13294FADA4CD}" presName="horzSpace2" presStyleCnt="0"/>
      <dgm:spPr/>
    </dgm:pt>
    <dgm:pt modelId="{721664C0-1B8C-46D9-9AA8-54EC0BC42996}" type="pres">
      <dgm:prSet presAssocID="{4D4FE7C5-72CC-4C0C-93ED-13294FADA4CD}" presName="tx2" presStyleLbl="revTx" presStyleIdx="1" presStyleCnt="12"/>
      <dgm:spPr/>
    </dgm:pt>
    <dgm:pt modelId="{447BA605-0532-47D2-8E6C-586712388C64}" type="pres">
      <dgm:prSet presAssocID="{4D4FE7C5-72CC-4C0C-93ED-13294FADA4CD}" presName="vert2" presStyleCnt="0"/>
      <dgm:spPr/>
    </dgm:pt>
    <dgm:pt modelId="{25098A28-B8D9-47A1-BFF2-0A0A4ABB20E0}" type="pres">
      <dgm:prSet presAssocID="{4D4FE7C5-72CC-4C0C-93ED-13294FADA4CD}" presName="thinLine2b" presStyleLbl="callout" presStyleIdx="0" presStyleCnt="6"/>
      <dgm:spPr/>
    </dgm:pt>
    <dgm:pt modelId="{F8D26DFB-9DE4-491D-8ED8-0A8CA3D81BD5}" type="pres">
      <dgm:prSet presAssocID="{4D4FE7C5-72CC-4C0C-93ED-13294FADA4CD}" presName="vertSpace2b" presStyleCnt="0"/>
      <dgm:spPr/>
    </dgm:pt>
    <dgm:pt modelId="{F3178F80-AB28-48EE-ADB9-998C55AB55DC}" type="pres">
      <dgm:prSet presAssocID="{CB387E19-4314-40C4-B28D-5DC8EF370F8E}" presName="thickLine" presStyleLbl="alignNode1" presStyleIdx="1" presStyleCnt="6"/>
      <dgm:spPr/>
    </dgm:pt>
    <dgm:pt modelId="{4B7B129A-05AF-487F-90FD-122CA48519D5}" type="pres">
      <dgm:prSet presAssocID="{CB387E19-4314-40C4-B28D-5DC8EF370F8E}" presName="horz1" presStyleCnt="0"/>
      <dgm:spPr/>
    </dgm:pt>
    <dgm:pt modelId="{E1BE9C14-3E9D-49EE-A0C0-CF01C9FD0A59}" type="pres">
      <dgm:prSet presAssocID="{CB387E19-4314-40C4-B28D-5DC8EF370F8E}" presName="tx1" presStyleLbl="revTx" presStyleIdx="2" presStyleCnt="12"/>
      <dgm:spPr/>
    </dgm:pt>
    <dgm:pt modelId="{B23F532A-87C0-40E1-A6A2-EC3E08E80963}" type="pres">
      <dgm:prSet presAssocID="{CB387E19-4314-40C4-B28D-5DC8EF370F8E}" presName="vert1" presStyleCnt="0"/>
      <dgm:spPr/>
    </dgm:pt>
    <dgm:pt modelId="{C5C645EB-6EF8-4F4C-B2C6-F2BABD6E97E0}" type="pres">
      <dgm:prSet presAssocID="{E43D816E-F948-461D-8C85-63BF92205BF4}" presName="vertSpace2a" presStyleCnt="0"/>
      <dgm:spPr/>
    </dgm:pt>
    <dgm:pt modelId="{752880FD-9F88-4A53-8400-35F456507373}" type="pres">
      <dgm:prSet presAssocID="{E43D816E-F948-461D-8C85-63BF92205BF4}" presName="horz2" presStyleCnt="0"/>
      <dgm:spPr/>
    </dgm:pt>
    <dgm:pt modelId="{EAF09916-4291-4BA6-AC21-C05F01F785C4}" type="pres">
      <dgm:prSet presAssocID="{E43D816E-F948-461D-8C85-63BF92205BF4}" presName="horzSpace2" presStyleCnt="0"/>
      <dgm:spPr/>
    </dgm:pt>
    <dgm:pt modelId="{49B9AADA-9E6C-4124-B4AE-02C0C52597D4}" type="pres">
      <dgm:prSet presAssocID="{E43D816E-F948-461D-8C85-63BF92205BF4}" presName="tx2" presStyleLbl="revTx" presStyleIdx="3" presStyleCnt="12"/>
      <dgm:spPr/>
    </dgm:pt>
    <dgm:pt modelId="{DB27C198-365E-4250-8844-548F2DC37096}" type="pres">
      <dgm:prSet presAssocID="{E43D816E-F948-461D-8C85-63BF92205BF4}" presName="vert2" presStyleCnt="0"/>
      <dgm:spPr/>
    </dgm:pt>
    <dgm:pt modelId="{7A7C56C0-A57D-4622-B012-AE660F039E3E}" type="pres">
      <dgm:prSet presAssocID="{E43D816E-F948-461D-8C85-63BF92205BF4}" presName="thinLine2b" presStyleLbl="callout" presStyleIdx="1" presStyleCnt="6"/>
      <dgm:spPr/>
    </dgm:pt>
    <dgm:pt modelId="{438B5967-7770-4F68-A998-0106E6CF6FD3}" type="pres">
      <dgm:prSet presAssocID="{E43D816E-F948-461D-8C85-63BF92205BF4}" presName="vertSpace2b" presStyleCnt="0"/>
      <dgm:spPr/>
    </dgm:pt>
    <dgm:pt modelId="{DFFD00CE-B094-464E-A088-085C8B6A2B2F}" type="pres">
      <dgm:prSet presAssocID="{763B8A9C-C9A7-4878-BE8C-4B9D8606B3D9}" presName="thickLine" presStyleLbl="alignNode1" presStyleIdx="2" presStyleCnt="6"/>
      <dgm:spPr/>
    </dgm:pt>
    <dgm:pt modelId="{B3614666-E7D3-435C-BCEE-1402C30D43EA}" type="pres">
      <dgm:prSet presAssocID="{763B8A9C-C9A7-4878-BE8C-4B9D8606B3D9}" presName="horz1" presStyleCnt="0"/>
      <dgm:spPr/>
    </dgm:pt>
    <dgm:pt modelId="{4F9DD393-C28C-4BF1-863A-96C18AB17836}" type="pres">
      <dgm:prSet presAssocID="{763B8A9C-C9A7-4878-BE8C-4B9D8606B3D9}" presName="tx1" presStyleLbl="revTx" presStyleIdx="4" presStyleCnt="12"/>
      <dgm:spPr/>
    </dgm:pt>
    <dgm:pt modelId="{D56508BE-04BB-4C25-B898-1130E58714D6}" type="pres">
      <dgm:prSet presAssocID="{763B8A9C-C9A7-4878-BE8C-4B9D8606B3D9}" presName="vert1" presStyleCnt="0"/>
      <dgm:spPr/>
    </dgm:pt>
    <dgm:pt modelId="{62A0715B-17EE-4CCB-997E-C9EC321095B9}" type="pres">
      <dgm:prSet presAssocID="{ED9C09C5-472C-4F62-95A0-B5562FEA0910}" presName="vertSpace2a" presStyleCnt="0"/>
      <dgm:spPr/>
    </dgm:pt>
    <dgm:pt modelId="{5B77DC5E-7553-489F-BD73-E43697F5AE90}" type="pres">
      <dgm:prSet presAssocID="{ED9C09C5-472C-4F62-95A0-B5562FEA0910}" presName="horz2" presStyleCnt="0"/>
      <dgm:spPr/>
    </dgm:pt>
    <dgm:pt modelId="{1BD5E807-8D87-4C3B-98BB-B9E01AEA052E}" type="pres">
      <dgm:prSet presAssocID="{ED9C09C5-472C-4F62-95A0-B5562FEA0910}" presName="horzSpace2" presStyleCnt="0"/>
      <dgm:spPr/>
    </dgm:pt>
    <dgm:pt modelId="{13D66106-EC51-4E0D-9DFD-FB63302C688E}" type="pres">
      <dgm:prSet presAssocID="{ED9C09C5-472C-4F62-95A0-B5562FEA0910}" presName="tx2" presStyleLbl="revTx" presStyleIdx="5" presStyleCnt="12"/>
      <dgm:spPr/>
    </dgm:pt>
    <dgm:pt modelId="{94676560-4C97-4955-96F4-1B35BBE54863}" type="pres">
      <dgm:prSet presAssocID="{ED9C09C5-472C-4F62-95A0-B5562FEA0910}" presName="vert2" presStyleCnt="0"/>
      <dgm:spPr/>
    </dgm:pt>
    <dgm:pt modelId="{DF49DB6D-6C03-450C-BC24-DA2A59A902A9}" type="pres">
      <dgm:prSet presAssocID="{ED9C09C5-472C-4F62-95A0-B5562FEA0910}" presName="thinLine2b" presStyleLbl="callout" presStyleIdx="2" presStyleCnt="6"/>
      <dgm:spPr/>
    </dgm:pt>
    <dgm:pt modelId="{33F6A15D-2F4A-44F3-9BA8-DE33B5B64D4D}" type="pres">
      <dgm:prSet presAssocID="{ED9C09C5-472C-4F62-95A0-B5562FEA0910}" presName="vertSpace2b" presStyleCnt="0"/>
      <dgm:spPr/>
    </dgm:pt>
    <dgm:pt modelId="{BCE2427F-5B97-4489-8CE2-FEB3C8170CE6}" type="pres">
      <dgm:prSet presAssocID="{BF536C2A-FEFD-4F0C-B1D6-B44FEC0B1961}" presName="thickLine" presStyleLbl="alignNode1" presStyleIdx="3" presStyleCnt="6"/>
      <dgm:spPr/>
    </dgm:pt>
    <dgm:pt modelId="{EA3E23EF-0B3C-4CD2-BAEC-3FA564695611}" type="pres">
      <dgm:prSet presAssocID="{BF536C2A-FEFD-4F0C-B1D6-B44FEC0B1961}" presName="horz1" presStyleCnt="0"/>
      <dgm:spPr/>
    </dgm:pt>
    <dgm:pt modelId="{FF5C5BF5-E61B-4E0B-AD87-FDFD44118DBF}" type="pres">
      <dgm:prSet presAssocID="{BF536C2A-FEFD-4F0C-B1D6-B44FEC0B1961}" presName="tx1" presStyleLbl="revTx" presStyleIdx="6" presStyleCnt="12"/>
      <dgm:spPr/>
    </dgm:pt>
    <dgm:pt modelId="{3457B491-D759-46AB-B32E-0EB32D9664E3}" type="pres">
      <dgm:prSet presAssocID="{BF536C2A-FEFD-4F0C-B1D6-B44FEC0B1961}" presName="vert1" presStyleCnt="0"/>
      <dgm:spPr/>
    </dgm:pt>
    <dgm:pt modelId="{5A522A1F-AFC2-420A-A1DD-448BC8D39670}" type="pres">
      <dgm:prSet presAssocID="{DEF68368-05CD-4155-9C56-C9D1C017AF08}" presName="vertSpace2a" presStyleCnt="0"/>
      <dgm:spPr/>
    </dgm:pt>
    <dgm:pt modelId="{2C6402F9-F5C2-4B0E-B2BA-563756F50C28}" type="pres">
      <dgm:prSet presAssocID="{DEF68368-05CD-4155-9C56-C9D1C017AF08}" presName="horz2" presStyleCnt="0"/>
      <dgm:spPr/>
    </dgm:pt>
    <dgm:pt modelId="{9058A049-8537-4C84-8442-57F5ED9AD46F}" type="pres">
      <dgm:prSet presAssocID="{DEF68368-05CD-4155-9C56-C9D1C017AF08}" presName="horzSpace2" presStyleCnt="0"/>
      <dgm:spPr/>
    </dgm:pt>
    <dgm:pt modelId="{A424F37C-776D-4F81-AA5A-8E9AA8613268}" type="pres">
      <dgm:prSet presAssocID="{DEF68368-05CD-4155-9C56-C9D1C017AF08}" presName="tx2" presStyleLbl="revTx" presStyleIdx="7" presStyleCnt="12"/>
      <dgm:spPr/>
    </dgm:pt>
    <dgm:pt modelId="{6015F72F-BF41-46BB-A7C5-0A668265046B}" type="pres">
      <dgm:prSet presAssocID="{DEF68368-05CD-4155-9C56-C9D1C017AF08}" presName="vert2" presStyleCnt="0"/>
      <dgm:spPr/>
    </dgm:pt>
    <dgm:pt modelId="{70B12329-CC80-47AF-9E5F-15D7A081C345}" type="pres">
      <dgm:prSet presAssocID="{DEF68368-05CD-4155-9C56-C9D1C017AF08}" presName="thinLine2b" presStyleLbl="callout" presStyleIdx="3" presStyleCnt="6"/>
      <dgm:spPr/>
    </dgm:pt>
    <dgm:pt modelId="{7BA68C98-E107-4A4C-A6E4-E9D8759D36FF}" type="pres">
      <dgm:prSet presAssocID="{DEF68368-05CD-4155-9C56-C9D1C017AF08}" presName="vertSpace2b" presStyleCnt="0"/>
      <dgm:spPr/>
    </dgm:pt>
    <dgm:pt modelId="{339059F5-690E-49AF-99DB-6958CF0D11EC}" type="pres">
      <dgm:prSet presAssocID="{14139B44-18C0-46AA-BB12-9C5FAD3C485D}" presName="thickLine" presStyleLbl="alignNode1" presStyleIdx="4" presStyleCnt="6"/>
      <dgm:spPr/>
    </dgm:pt>
    <dgm:pt modelId="{90ADE050-BA74-4C5C-8E09-CB0A5EFF1998}" type="pres">
      <dgm:prSet presAssocID="{14139B44-18C0-46AA-BB12-9C5FAD3C485D}" presName="horz1" presStyleCnt="0"/>
      <dgm:spPr/>
    </dgm:pt>
    <dgm:pt modelId="{F5F388CC-A3C8-44B5-9B2C-0B0323B29DC5}" type="pres">
      <dgm:prSet presAssocID="{14139B44-18C0-46AA-BB12-9C5FAD3C485D}" presName="tx1" presStyleLbl="revTx" presStyleIdx="8" presStyleCnt="12"/>
      <dgm:spPr/>
    </dgm:pt>
    <dgm:pt modelId="{CB7563EE-57E1-4B1F-BEB9-BE2C28261EAD}" type="pres">
      <dgm:prSet presAssocID="{14139B44-18C0-46AA-BB12-9C5FAD3C485D}" presName="vert1" presStyleCnt="0"/>
      <dgm:spPr/>
    </dgm:pt>
    <dgm:pt modelId="{00456684-5341-4353-A4C1-DCC4B17FE5B1}" type="pres">
      <dgm:prSet presAssocID="{E40EDBC9-FA9F-4541-92E6-0F6BABF08DF8}" presName="vertSpace2a" presStyleCnt="0"/>
      <dgm:spPr/>
    </dgm:pt>
    <dgm:pt modelId="{26E133BE-63E8-414C-A906-183F98D535CC}" type="pres">
      <dgm:prSet presAssocID="{E40EDBC9-FA9F-4541-92E6-0F6BABF08DF8}" presName="horz2" presStyleCnt="0"/>
      <dgm:spPr/>
    </dgm:pt>
    <dgm:pt modelId="{7848FDDC-AA8F-42E0-B9BE-EA55A53A89D1}" type="pres">
      <dgm:prSet presAssocID="{E40EDBC9-FA9F-4541-92E6-0F6BABF08DF8}" presName="horzSpace2" presStyleCnt="0"/>
      <dgm:spPr/>
    </dgm:pt>
    <dgm:pt modelId="{89BFAFED-FAE3-4D48-8C08-F30BF80F204E}" type="pres">
      <dgm:prSet presAssocID="{E40EDBC9-FA9F-4541-92E6-0F6BABF08DF8}" presName="tx2" presStyleLbl="revTx" presStyleIdx="9" presStyleCnt="12"/>
      <dgm:spPr/>
    </dgm:pt>
    <dgm:pt modelId="{372AC8CA-5EFD-4FD4-88B8-D3F2C5A3C1FF}" type="pres">
      <dgm:prSet presAssocID="{E40EDBC9-FA9F-4541-92E6-0F6BABF08DF8}" presName="vert2" presStyleCnt="0"/>
      <dgm:spPr/>
    </dgm:pt>
    <dgm:pt modelId="{325CC1FF-AFC9-41C0-B434-49B74D50B500}" type="pres">
      <dgm:prSet presAssocID="{E40EDBC9-FA9F-4541-92E6-0F6BABF08DF8}" presName="thinLine2b" presStyleLbl="callout" presStyleIdx="4" presStyleCnt="6"/>
      <dgm:spPr/>
    </dgm:pt>
    <dgm:pt modelId="{64C82470-3064-4FEF-8398-85244A6D5501}" type="pres">
      <dgm:prSet presAssocID="{E40EDBC9-FA9F-4541-92E6-0F6BABF08DF8}" presName="vertSpace2b" presStyleCnt="0"/>
      <dgm:spPr/>
    </dgm:pt>
    <dgm:pt modelId="{2575A36B-F7F6-456C-B50B-5CB71AA29CFD}" type="pres">
      <dgm:prSet presAssocID="{159566FE-A543-43B4-9EB8-152BC1947A43}" presName="thickLine" presStyleLbl="alignNode1" presStyleIdx="5" presStyleCnt="6"/>
      <dgm:spPr/>
    </dgm:pt>
    <dgm:pt modelId="{6677047F-A2E3-4829-9E61-364BC108D756}" type="pres">
      <dgm:prSet presAssocID="{159566FE-A543-43B4-9EB8-152BC1947A43}" presName="horz1" presStyleCnt="0"/>
      <dgm:spPr/>
    </dgm:pt>
    <dgm:pt modelId="{3100CA5E-DAE3-4D1C-85C7-95B3D5652029}" type="pres">
      <dgm:prSet presAssocID="{159566FE-A543-43B4-9EB8-152BC1947A43}" presName="tx1" presStyleLbl="revTx" presStyleIdx="10" presStyleCnt="12"/>
      <dgm:spPr/>
    </dgm:pt>
    <dgm:pt modelId="{9EB845FE-2B10-4C5C-AC1C-4E86790F9659}" type="pres">
      <dgm:prSet presAssocID="{159566FE-A543-43B4-9EB8-152BC1947A43}" presName="vert1" presStyleCnt="0"/>
      <dgm:spPr/>
    </dgm:pt>
    <dgm:pt modelId="{5421EA81-F79D-40AC-8F22-19090A3D2F91}" type="pres">
      <dgm:prSet presAssocID="{65C39B5B-8DF4-4904-ACDC-A5C20A814E75}" presName="vertSpace2a" presStyleCnt="0"/>
      <dgm:spPr/>
    </dgm:pt>
    <dgm:pt modelId="{D74E437F-6092-46AE-B9DE-EFB510383239}" type="pres">
      <dgm:prSet presAssocID="{65C39B5B-8DF4-4904-ACDC-A5C20A814E75}" presName="horz2" presStyleCnt="0"/>
      <dgm:spPr/>
    </dgm:pt>
    <dgm:pt modelId="{12913930-A705-4615-AC11-D3112A087849}" type="pres">
      <dgm:prSet presAssocID="{65C39B5B-8DF4-4904-ACDC-A5C20A814E75}" presName="horzSpace2" presStyleCnt="0"/>
      <dgm:spPr/>
    </dgm:pt>
    <dgm:pt modelId="{DCBBE2DB-EA97-4657-9D41-888ECFF8CCE1}" type="pres">
      <dgm:prSet presAssocID="{65C39B5B-8DF4-4904-ACDC-A5C20A814E75}" presName="tx2" presStyleLbl="revTx" presStyleIdx="11" presStyleCnt="12"/>
      <dgm:spPr/>
    </dgm:pt>
    <dgm:pt modelId="{B7597F63-6E46-4FCF-983F-6D1CCEA82CFB}" type="pres">
      <dgm:prSet presAssocID="{65C39B5B-8DF4-4904-ACDC-A5C20A814E75}" presName="vert2" presStyleCnt="0"/>
      <dgm:spPr/>
    </dgm:pt>
    <dgm:pt modelId="{A158C2AB-BC7A-43CE-B0B9-76B376DF2535}" type="pres">
      <dgm:prSet presAssocID="{65C39B5B-8DF4-4904-ACDC-A5C20A814E75}" presName="thinLine2b" presStyleLbl="callout" presStyleIdx="5" presStyleCnt="6"/>
      <dgm:spPr/>
    </dgm:pt>
    <dgm:pt modelId="{838235FA-5DCA-4706-8129-3CE222AAB8B0}" type="pres">
      <dgm:prSet presAssocID="{65C39B5B-8DF4-4904-ACDC-A5C20A814E75}" presName="vertSpace2b" presStyleCnt="0"/>
      <dgm:spPr/>
    </dgm:pt>
  </dgm:ptLst>
  <dgm:cxnLst>
    <dgm:cxn modelId="{DDDB9113-1C82-4B4C-A365-2DE08BB9C110}" srcId="{9195753F-14B7-43C2-B93E-C526DD4977C1}" destId="{BF536C2A-FEFD-4F0C-B1D6-B44FEC0B1961}" srcOrd="3" destOrd="0" parTransId="{0AD1B4B6-B785-4661-9721-86480C77F73F}" sibTransId="{87175063-C6F0-4FB8-9D76-B92D920B4C3D}"/>
    <dgm:cxn modelId="{8E64FF1F-C79B-42BD-94B4-60D908660797}" type="presOf" srcId="{159566FE-A543-43B4-9EB8-152BC1947A43}" destId="{3100CA5E-DAE3-4D1C-85C7-95B3D5652029}" srcOrd="0" destOrd="0" presId="urn:microsoft.com/office/officeart/2008/layout/LinedList"/>
    <dgm:cxn modelId="{F2771224-C697-4784-A01F-9CBDF04097C7}" type="presOf" srcId="{CB387E19-4314-40C4-B28D-5DC8EF370F8E}" destId="{E1BE9C14-3E9D-49EE-A0C0-CF01C9FD0A59}" srcOrd="0" destOrd="0" presId="urn:microsoft.com/office/officeart/2008/layout/LinedList"/>
    <dgm:cxn modelId="{63699A24-EAEB-41F1-AE18-B1885F676901}" srcId="{88021D2F-0F5C-4113-9949-A446DF9014A5}" destId="{4D4FE7C5-72CC-4C0C-93ED-13294FADA4CD}" srcOrd="0" destOrd="0" parTransId="{46CCA590-67FA-452E-9908-6C450C70D568}" sibTransId="{0D29DB6A-9739-4134-B562-7104A25BC26E}"/>
    <dgm:cxn modelId="{C45CE030-498A-4A82-B40D-579ED9E7EC4E}" srcId="{9195753F-14B7-43C2-B93E-C526DD4977C1}" destId="{CB387E19-4314-40C4-B28D-5DC8EF370F8E}" srcOrd="1" destOrd="0" parTransId="{C9C1BEF4-B596-468A-B44E-0CA750C9EFE4}" sibTransId="{02E809CC-4092-4C39-9DED-D29F339DBA75}"/>
    <dgm:cxn modelId="{CD04843C-A144-4C84-8CF4-799EB9BF3D3D}" type="presOf" srcId="{9195753F-14B7-43C2-B93E-C526DD4977C1}" destId="{C5B08E43-C41E-4554-8914-3BB04FE09025}" srcOrd="0" destOrd="0" presId="urn:microsoft.com/office/officeart/2008/layout/LinedList"/>
    <dgm:cxn modelId="{07A3D360-B402-4876-8A3A-6404B9D9E937}" srcId="{763B8A9C-C9A7-4878-BE8C-4B9D8606B3D9}" destId="{ED9C09C5-472C-4F62-95A0-B5562FEA0910}" srcOrd="0" destOrd="0" parTransId="{C0BF100F-AC7D-4AF3-B9A5-CE4BE874E170}" sibTransId="{3FC889CB-CE6A-4142-8F2B-BA91775D2400}"/>
    <dgm:cxn modelId="{FD784E45-5FDE-46F0-9B6A-E88F52CC85EB}" type="presOf" srcId="{ED9C09C5-472C-4F62-95A0-B5562FEA0910}" destId="{13D66106-EC51-4E0D-9DFD-FB63302C688E}" srcOrd="0" destOrd="0" presId="urn:microsoft.com/office/officeart/2008/layout/LinedList"/>
    <dgm:cxn modelId="{F4BB454A-E925-4EA5-A73A-C4C338E356C3}" type="presOf" srcId="{763B8A9C-C9A7-4878-BE8C-4B9D8606B3D9}" destId="{4F9DD393-C28C-4BF1-863A-96C18AB17836}" srcOrd="0" destOrd="0" presId="urn:microsoft.com/office/officeart/2008/layout/LinedList"/>
    <dgm:cxn modelId="{5930886B-1B91-4837-9756-D3724EAC0070}" srcId="{9195753F-14B7-43C2-B93E-C526DD4977C1}" destId="{763B8A9C-C9A7-4878-BE8C-4B9D8606B3D9}" srcOrd="2" destOrd="0" parTransId="{8DFE5F57-A490-4636-889E-A298D9B75D69}" sibTransId="{E8D72C8E-B5D9-4477-98AE-783D8BE8D3B4}"/>
    <dgm:cxn modelId="{C0655851-CD5B-4EBE-8D27-5F6BC8FB3D44}" type="presOf" srcId="{14139B44-18C0-46AA-BB12-9C5FAD3C485D}" destId="{F5F388CC-A3C8-44B5-9B2C-0B0323B29DC5}" srcOrd="0" destOrd="0" presId="urn:microsoft.com/office/officeart/2008/layout/LinedList"/>
    <dgm:cxn modelId="{8F6BF756-D147-4729-8E92-F7BBA1FFF5FA}" srcId="{159566FE-A543-43B4-9EB8-152BC1947A43}" destId="{65C39B5B-8DF4-4904-ACDC-A5C20A814E75}" srcOrd="0" destOrd="0" parTransId="{A9DE0633-9D76-4ADF-815B-F34AA61278AC}" sibTransId="{5967BEC9-AAB2-4EB6-B246-32F9A0BB2710}"/>
    <dgm:cxn modelId="{9F524C84-CB45-4CDC-A72A-0A2094614823}" type="presOf" srcId="{E40EDBC9-FA9F-4541-92E6-0F6BABF08DF8}" destId="{89BFAFED-FAE3-4D48-8C08-F30BF80F204E}" srcOrd="0" destOrd="0" presId="urn:microsoft.com/office/officeart/2008/layout/LinedList"/>
    <dgm:cxn modelId="{A827AFB0-075E-427D-A338-5C43598E9AF7}" type="presOf" srcId="{65C39B5B-8DF4-4904-ACDC-A5C20A814E75}" destId="{DCBBE2DB-EA97-4657-9D41-888ECFF8CCE1}" srcOrd="0" destOrd="0" presId="urn:microsoft.com/office/officeart/2008/layout/LinedList"/>
    <dgm:cxn modelId="{FC6959B2-1AA6-4F5D-9CD0-E491A55759EC}" srcId="{9195753F-14B7-43C2-B93E-C526DD4977C1}" destId="{88021D2F-0F5C-4113-9949-A446DF9014A5}" srcOrd="0" destOrd="0" parTransId="{85BA2E53-A5C4-48EC-9AC5-DACFCEFA58A1}" sibTransId="{86F02EB5-EDEF-463F-AFAC-36A00F18F534}"/>
    <dgm:cxn modelId="{9B60C0B2-FA30-44F6-912C-3C85FAE64C9E}" type="presOf" srcId="{E43D816E-F948-461D-8C85-63BF92205BF4}" destId="{49B9AADA-9E6C-4124-B4AE-02C0C52597D4}" srcOrd="0" destOrd="0" presId="urn:microsoft.com/office/officeart/2008/layout/LinedList"/>
    <dgm:cxn modelId="{64BDE6BB-7E22-4BEE-AB86-E594396B5632}" srcId="{CB387E19-4314-40C4-B28D-5DC8EF370F8E}" destId="{E43D816E-F948-461D-8C85-63BF92205BF4}" srcOrd="0" destOrd="0" parTransId="{B88B8680-2EAE-4BF7-8E17-159EA3A0105D}" sibTransId="{6AD7E9F0-7BB4-4403-A3F8-F5CEB68E39F3}"/>
    <dgm:cxn modelId="{A1F74EC3-A5FD-4622-8A4E-43B2181E2B33}" srcId="{BF536C2A-FEFD-4F0C-B1D6-B44FEC0B1961}" destId="{DEF68368-05CD-4155-9C56-C9D1C017AF08}" srcOrd="0" destOrd="0" parTransId="{717999E1-A054-4209-95F2-E3DF78355F63}" sibTransId="{CDB9707A-01B2-4FA7-80A6-E18AD5B9BAE0}"/>
    <dgm:cxn modelId="{B1E547D5-0E31-4411-AE30-7E0C436A847C}" srcId="{9195753F-14B7-43C2-B93E-C526DD4977C1}" destId="{14139B44-18C0-46AA-BB12-9C5FAD3C485D}" srcOrd="4" destOrd="0" parTransId="{16C80D8D-8C1E-482F-873C-C79037881F09}" sibTransId="{24D09F69-0924-4D88-8E22-F6E40CCCB287}"/>
    <dgm:cxn modelId="{2AEAF6D7-A7F5-4F1D-9690-DE451F2FD41D}" type="presOf" srcId="{88021D2F-0F5C-4113-9949-A446DF9014A5}" destId="{DE8A5F07-6095-446A-8DFC-0178BD67DD89}" srcOrd="0" destOrd="0" presId="urn:microsoft.com/office/officeart/2008/layout/LinedList"/>
    <dgm:cxn modelId="{3B1CC8E4-5B03-44CC-908D-2CDEB49AEC34}" type="presOf" srcId="{BF536C2A-FEFD-4F0C-B1D6-B44FEC0B1961}" destId="{FF5C5BF5-E61B-4E0B-AD87-FDFD44118DBF}" srcOrd="0" destOrd="0" presId="urn:microsoft.com/office/officeart/2008/layout/LinedList"/>
    <dgm:cxn modelId="{2D653EE5-24ED-4CA8-BF7C-BADA33AD4859}" type="presOf" srcId="{DEF68368-05CD-4155-9C56-C9D1C017AF08}" destId="{A424F37C-776D-4F81-AA5A-8E9AA8613268}" srcOrd="0" destOrd="0" presId="urn:microsoft.com/office/officeart/2008/layout/LinedList"/>
    <dgm:cxn modelId="{1CFB43E6-9912-4755-B205-252DA54474FD}" srcId="{14139B44-18C0-46AA-BB12-9C5FAD3C485D}" destId="{E40EDBC9-FA9F-4541-92E6-0F6BABF08DF8}" srcOrd="0" destOrd="0" parTransId="{CE586416-A4FC-4683-BEFE-34FBC6D497F8}" sibTransId="{A10EDA73-796A-4194-A4AC-5E2AA61D3AFB}"/>
    <dgm:cxn modelId="{2136E9E9-BAB8-49F4-A98C-8CE1D79627FD}" type="presOf" srcId="{4D4FE7C5-72CC-4C0C-93ED-13294FADA4CD}" destId="{721664C0-1B8C-46D9-9AA8-54EC0BC42996}" srcOrd="0" destOrd="0" presId="urn:microsoft.com/office/officeart/2008/layout/LinedList"/>
    <dgm:cxn modelId="{799BBAEA-BEA9-49A1-AF7D-E9DFA67AA8BF}" srcId="{9195753F-14B7-43C2-B93E-C526DD4977C1}" destId="{159566FE-A543-43B4-9EB8-152BC1947A43}" srcOrd="5" destOrd="0" parTransId="{402EF3E3-C7B4-4429-9756-139EB2CDFFD5}" sibTransId="{0168DA8C-D1CF-405B-B67F-FBCCE97D4FDF}"/>
    <dgm:cxn modelId="{FCEDAC5F-6005-4217-8DC4-A011D6FDF769}" type="presParOf" srcId="{C5B08E43-C41E-4554-8914-3BB04FE09025}" destId="{E2EA08DC-3CC0-4E96-986F-8A2EBD186E3D}" srcOrd="0" destOrd="0" presId="urn:microsoft.com/office/officeart/2008/layout/LinedList"/>
    <dgm:cxn modelId="{EA0EF8A5-98A0-4407-9678-BD4D98A01904}" type="presParOf" srcId="{C5B08E43-C41E-4554-8914-3BB04FE09025}" destId="{CDB8C2EF-3256-45EC-A0F5-0847EFFAF0B8}" srcOrd="1" destOrd="0" presId="urn:microsoft.com/office/officeart/2008/layout/LinedList"/>
    <dgm:cxn modelId="{D3CDBF90-0CDB-4853-9E59-3A7EDEBE1C87}" type="presParOf" srcId="{CDB8C2EF-3256-45EC-A0F5-0847EFFAF0B8}" destId="{DE8A5F07-6095-446A-8DFC-0178BD67DD89}" srcOrd="0" destOrd="0" presId="urn:microsoft.com/office/officeart/2008/layout/LinedList"/>
    <dgm:cxn modelId="{89114F8B-8582-42B6-AD8A-6B96194A7344}" type="presParOf" srcId="{CDB8C2EF-3256-45EC-A0F5-0847EFFAF0B8}" destId="{85B69716-7236-4A61-9BC5-1A8C5513386C}" srcOrd="1" destOrd="0" presId="urn:microsoft.com/office/officeart/2008/layout/LinedList"/>
    <dgm:cxn modelId="{35770E29-BAF6-4847-8B26-2F826E0F19B3}" type="presParOf" srcId="{85B69716-7236-4A61-9BC5-1A8C5513386C}" destId="{7642D638-512B-46CC-923B-10E46FA262A0}" srcOrd="0" destOrd="0" presId="urn:microsoft.com/office/officeart/2008/layout/LinedList"/>
    <dgm:cxn modelId="{FFC1F09D-825C-41E6-A758-1BBC249A8EFE}" type="presParOf" srcId="{85B69716-7236-4A61-9BC5-1A8C5513386C}" destId="{656ECE5D-CD8A-4BE5-87E7-D2E2B9C39358}" srcOrd="1" destOrd="0" presId="urn:microsoft.com/office/officeart/2008/layout/LinedList"/>
    <dgm:cxn modelId="{A9497301-FEE3-4639-8CAC-4842935BEC08}" type="presParOf" srcId="{656ECE5D-CD8A-4BE5-87E7-D2E2B9C39358}" destId="{B36962BF-DA03-4B7B-AC5F-E6922C124C9E}" srcOrd="0" destOrd="0" presId="urn:microsoft.com/office/officeart/2008/layout/LinedList"/>
    <dgm:cxn modelId="{FFC88A1B-D7D7-45B8-81D6-F9FF8E4CC5BE}" type="presParOf" srcId="{656ECE5D-CD8A-4BE5-87E7-D2E2B9C39358}" destId="{721664C0-1B8C-46D9-9AA8-54EC0BC42996}" srcOrd="1" destOrd="0" presId="urn:microsoft.com/office/officeart/2008/layout/LinedList"/>
    <dgm:cxn modelId="{6DFD1E12-9299-46A8-B320-9D94638C78ED}" type="presParOf" srcId="{656ECE5D-CD8A-4BE5-87E7-D2E2B9C39358}" destId="{447BA605-0532-47D2-8E6C-586712388C64}" srcOrd="2" destOrd="0" presId="urn:microsoft.com/office/officeart/2008/layout/LinedList"/>
    <dgm:cxn modelId="{C00AEEA3-CDB5-4CB7-8B09-71F9079647E4}" type="presParOf" srcId="{85B69716-7236-4A61-9BC5-1A8C5513386C}" destId="{25098A28-B8D9-47A1-BFF2-0A0A4ABB20E0}" srcOrd="2" destOrd="0" presId="urn:microsoft.com/office/officeart/2008/layout/LinedList"/>
    <dgm:cxn modelId="{50E3C3B5-5803-456F-8533-400DFC1F374C}" type="presParOf" srcId="{85B69716-7236-4A61-9BC5-1A8C5513386C}" destId="{F8D26DFB-9DE4-491D-8ED8-0A8CA3D81BD5}" srcOrd="3" destOrd="0" presId="urn:microsoft.com/office/officeart/2008/layout/LinedList"/>
    <dgm:cxn modelId="{C5341C69-BF48-4F90-9D4F-A2B84CAF2CB1}" type="presParOf" srcId="{C5B08E43-C41E-4554-8914-3BB04FE09025}" destId="{F3178F80-AB28-48EE-ADB9-998C55AB55DC}" srcOrd="2" destOrd="0" presId="urn:microsoft.com/office/officeart/2008/layout/LinedList"/>
    <dgm:cxn modelId="{BB01D87D-FDBE-4B11-B176-AED0FF5EA3D9}" type="presParOf" srcId="{C5B08E43-C41E-4554-8914-3BB04FE09025}" destId="{4B7B129A-05AF-487F-90FD-122CA48519D5}" srcOrd="3" destOrd="0" presId="urn:microsoft.com/office/officeart/2008/layout/LinedList"/>
    <dgm:cxn modelId="{99833234-1A3D-4536-99C7-3A56DFF74951}" type="presParOf" srcId="{4B7B129A-05AF-487F-90FD-122CA48519D5}" destId="{E1BE9C14-3E9D-49EE-A0C0-CF01C9FD0A59}" srcOrd="0" destOrd="0" presId="urn:microsoft.com/office/officeart/2008/layout/LinedList"/>
    <dgm:cxn modelId="{CDD60794-914D-46B3-B94E-3BE1CBC31B16}" type="presParOf" srcId="{4B7B129A-05AF-487F-90FD-122CA48519D5}" destId="{B23F532A-87C0-40E1-A6A2-EC3E08E80963}" srcOrd="1" destOrd="0" presId="urn:microsoft.com/office/officeart/2008/layout/LinedList"/>
    <dgm:cxn modelId="{60AD9699-799C-438A-80EF-52B4037FA170}" type="presParOf" srcId="{B23F532A-87C0-40E1-A6A2-EC3E08E80963}" destId="{C5C645EB-6EF8-4F4C-B2C6-F2BABD6E97E0}" srcOrd="0" destOrd="0" presId="urn:microsoft.com/office/officeart/2008/layout/LinedList"/>
    <dgm:cxn modelId="{CA795743-BB87-466D-BDFB-66D2863B5A41}" type="presParOf" srcId="{B23F532A-87C0-40E1-A6A2-EC3E08E80963}" destId="{752880FD-9F88-4A53-8400-35F456507373}" srcOrd="1" destOrd="0" presId="urn:microsoft.com/office/officeart/2008/layout/LinedList"/>
    <dgm:cxn modelId="{38F20A0B-A28E-45F1-B4FC-3E2CFECEDF49}" type="presParOf" srcId="{752880FD-9F88-4A53-8400-35F456507373}" destId="{EAF09916-4291-4BA6-AC21-C05F01F785C4}" srcOrd="0" destOrd="0" presId="urn:microsoft.com/office/officeart/2008/layout/LinedList"/>
    <dgm:cxn modelId="{62696B2E-88DE-444B-906C-7A2F79ED17D1}" type="presParOf" srcId="{752880FD-9F88-4A53-8400-35F456507373}" destId="{49B9AADA-9E6C-4124-B4AE-02C0C52597D4}" srcOrd="1" destOrd="0" presId="urn:microsoft.com/office/officeart/2008/layout/LinedList"/>
    <dgm:cxn modelId="{4D619A07-8CE4-4F09-ADE3-DD9EC6623459}" type="presParOf" srcId="{752880FD-9F88-4A53-8400-35F456507373}" destId="{DB27C198-365E-4250-8844-548F2DC37096}" srcOrd="2" destOrd="0" presId="urn:microsoft.com/office/officeart/2008/layout/LinedList"/>
    <dgm:cxn modelId="{815D764D-0008-4433-814E-748A4695533A}" type="presParOf" srcId="{B23F532A-87C0-40E1-A6A2-EC3E08E80963}" destId="{7A7C56C0-A57D-4622-B012-AE660F039E3E}" srcOrd="2" destOrd="0" presId="urn:microsoft.com/office/officeart/2008/layout/LinedList"/>
    <dgm:cxn modelId="{C64D3FCD-386A-48EB-8724-F77E1C4C7B20}" type="presParOf" srcId="{B23F532A-87C0-40E1-A6A2-EC3E08E80963}" destId="{438B5967-7770-4F68-A998-0106E6CF6FD3}" srcOrd="3" destOrd="0" presId="urn:microsoft.com/office/officeart/2008/layout/LinedList"/>
    <dgm:cxn modelId="{3C82B2AB-5267-43CE-B302-436B7D1D17D6}" type="presParOf" srcId="{C5B08E43-C41E-4554-8914-3BB04FE09025}" destId="{DFFD00CE-B094-464E-A088-085C8B6A2B2F}" srcOrd="4" destOrd="0" presId="urn:microsoft.com/office/officeart/2008/layout/LinedList"/>
    <dgm:cxn modelId="{C5B41399-816C-40FF-9911-72A64D7CE0EB}" type="presParOf" srcId="{C5B08E43-C41E-4554-8914-3BB04FE09025}" destId="{B3614666-E7D3-435C-BCEE-1402C30D43EA}" srcOrd="5" destOrd="0" presId="urn:microsoft.com/office/officeart/2008/layout/LinedList"/>
    <dgm:cxn modelId="{BD7DEF69-6962-4726-A080-D991EB32EB67}" type="presParOf" srcId="{B3614666-E7D3-435C-BCEE-1402C30D43EA}" destId="{4F9DD393-C28C-4BF1-863A-96C18AB17836}" srcOrd="0" destOrd="0" presId="urn:microsoft.com/office/officeart/2008/layout/LinedList"/>
    <dgm:cxn modelId="{DF246E68-D35C-4478-BFC7-67D5EDE9D5CE}" type="presParOf" srcId="{B3614666-E7D3-435C-BCEE-1402C30D43EA}" destId="{D56508BE-04BB-4C25-B898-1130E58714D6}" srcOrd="1" destOrd="0" presId="urn:microsoft.com/office/officeart/2008/layout/LinedList"/>
    <dgm:cxn modelId="{557EC1D2-4048-49C3-949C-03708CB1488B}" type="presParOf" srcId="{D56508BE-04BB-4C25-B898-1130E58714D6}" destId="{62A0715B-17EE-4CCB-997E-C9EC321095B9}" srcOrd="0" destOrd="0" presId="urn:microsoft.com/office/officeart/2008/layout/LinedList"/>
    <dgm:cxn modelId="{AC623C23-0B45-4DFC-99BA-6013F609BD98}" type="presParOf" srcId="{D56508BE-04BB-4C25-B898-1130E58714D6}" destId="{5B77DC5E-7553-489F-BD73-E43697F5AE90}" srcOrd="1" destOrd="0" presId="urn:microsoft.com/office/officeart/2008/layout/LinedList"/>
    <dgm:cxn modelId="{5302E998-9A25-471E-B049-5BCD804AD5A7}" type="presParOf" srcId="{5B77DC5E-7553-489F-BD73-E43697F5AE90}" destId="{1BD5E807-8D87-4C3B-98BB-B9E01AEA052E}" srcOrd="0" destOrd="0" presId="urn:microsoft.com/office/officeart/2008/layout/LinedList"/>
    <dgm:cxn modelId="{69B5626A-0539-4117-BE7F-F8A4DE1E1507}" type="presParOf" srcId="{5B77DC5E-7553-489F-BD73-E43697F5AE90}" destId="{13D66106-EC51-4E0D-9DFD-FB63302C688E}" srcOrd="1" destOrd="0" presId="urn:microsoft.com/office/officeart/2008/layout/LinedList"/>
    <dgm:cxn modelId="{F4283DEB-8E3B-4710-AB67-91F003AC06B9}" type="presParOf" srcId="{5B77DC5E-7553-489F-BD73-E43697F5AE90}" destId="{94676560-4C97-4955-96F4-1B35BBE54863}" srcOrd="2" destOrd="0" presId="urn:microsoft.com/office/officeart/2008/layout/LinedList"/>
    <dgm:cxn modelId="{BAF98471-3E6C-474B-BF20-968D7FBD716B}" type="presParOf" srcId="{D56508BE-04BB-4C25-B898-1130E58714D6}" destId="{DF49DB6D-6C03-450C-BC24-DA2A59A902A9}" srcOrd="2" destOrd="0" presId="urn:microsoft.com/office/officeart/2008/layout/LinedList"/>
    <dgm:cxn modelId="{E7139469-07D0-4312-9E66-C960580B5112}" type="presParOf" srcId="{D56508BE-04BB-4C25-B898-1130E58714D6}" destId="{33F6A15D-2F4A-44F3-9BA8-DE33B5B64D4D}" srcOrd="3" destOrd="0" presId="urn:microsoft.com/office/officeart/2008/layout/LinedList"/>
    <dgm:cxn modelId="{1625E0F0-ED6E-41AA-BE72-15AE57F39FA3}" type="presParOf" srcId="{C5B08E43-C41E-4554-8914-3BB04FE09025}" destId="{BCE2427F-5B97-4489-8CE2-FEB3C8170CE6}" srcOrd="6" destOrd="0" presId="urn:microsoft.com/office/officeart/2008/layout/LinedList"/>
    <dgm:cxn modelId="{38C95923-4F36-4BA3-90EA-F8E826A98BD2}" type="presParOf" srcId="{C5B08E43-C41E-4554-8914-3BB04FE09025}" destId="{EA3E23EF-0B3C-4CD2-BAEC-3FA564695611}" srcOrd="7" destOrd="0" presId="urn:microsoft.com/office/officeart/2008/layout/LinedList"/>
    <dgm:cxn modelId="{F925995A-88C8-46B9-9436-3D9199797745}" type="presParOf" srcId="{EA3E23EF-0B3C-4CD2-BAEC-3FA564695611}" destId="{FF5C5BF5-E61B-4E0B-AD87-FDFD44118DBF}" srcOrd="0" destOrd="0" presId="urn:microsoft.com/office/officeart/2008/layout/LinedList"/>
    <dgm:cxn modelId="{3B7FF31E-5FED-4E38-96A5-743B7B804B6F}" type="presParOf" srcId="{EA3E23EF-0B3C-4CD2-BAEC-3FA564695611}" destId="{3457B491-D759-46AB-B32E-0EB32D9664E3}" srcOrd="1" destOrd="0" presId="urn:microsoft.com/office/officeart/2008/layout/LinedList"/>
    <dgm:cxn modelId="{9248B65D-C038-4956-A7E4-3227DDD6CAE7}" type="presParOf" srcId="{3457B491-D759-46AB-B32E-0EB32D9664E3}" destId="{5A522A1F-AFC2-420A-A1DD-448BC8D39670}" srcOrd="0" destOrd="0" presId="urn:microsoft.com/office/officeart/2008/layout/LinedList"/>
    <dgm:cxn modelId="{78F78CF0-A37D-4DB5-84E4-EF3E7E3581E9}" type="presParOf" srcId="{3457B491-D759-46AB-B32E-0EB32D9664E3}" destId="{2C6402F9-F5C2-4B0E-B2BA-563756F50C28}" srcOrd="1" destOrd="0" presId="urn:microsoft.com/office/officeart/2008/layout/LinedList"/>
    <dgm:cxn modelId="{044C8BA4-21AA-47F0-8643-8657EB9F733F}" type="presParOf" srcId="{2C6402F9-F5C2-4B0E-B2BA-563756F50C28}" destId="{9058A049-8537-4C84-8442-57F5ED9AD46F}" srcOrd="0" destOrd="0" presId="urn:microsoft.com/office/officeart/2008/layout/LinedList"/>
    <dgm:cxn modelId="{00BACB69-B7B4-4386-80F8-5E46B05CA84E}" type="presParOf" srcId="{2C6402F9-F5C2-4B0E-B2BA-563756F50C28}" destId="{A424F37C-776D-4F81-AA5A-8E9AA8613268}" srcOrd="1" destOrd="0" presId="urn:microsoft.com/office/officeart/2008/layout/LinedList"/>
    <dgm:cxn modelId="{8726C04C-B191-4849-AF0A-9C901042EDE3}" type="presParOf" srcId="{2C6402F9-F5C2-4B0E-B2BA-563756F50C28}" destId="{6015F72F-BF41-46BB-A7C5-0A668265046B}" srcOrd="2" destOrd="0" presId="urn:microsoft.com/office/officeart/2008/layout/LinedList"/>
    <dgm:cxn modelId="{BF7AC2F5-6596-4ACD-8B9F-C270FE6CC15F}" type="presParOf" srcId="{3457B491-D759-46AB-B32E-0EB32D9664E3}" destId="{70B12329-CC80-47AF-9E5F-15D7A081C345}" srcOrd="2" destOrd="0" presId="urn:microsoft.com/office/officeart/2008/layout/LinedList"/>
    <dgm:cxn modelId="{B2BBC076-33DB-490D-A58A-E4D75FE42A2F}" type="presParOf" srcId="{3457B491-D759-46AB-B32E-0EB32D9664E3}" destId="{7BA68C98-E107-4A4C-A6E4-E9D8759D36FF}" srcOrd="3" destOrd="0" presId="urn:microsoft.com/office/officeart/2008/layout/LinedList"/>
    <dgm:cxn modelId="{F790E46D-D573-4970-A5DF-68F75449EE05}" type="presParOf" srcId="{C5B08E43-C41E-4554-8914-3BB04FE09025}" destId="{339059F5-690E-49AF-99DB-6958CF0D11EC}" srcOrd="8" destOrd="0" presId="urn:microsoft.com/office/officeart/2008/layout/LinedList"/>
    <dgm:cxn modelId="{8586EFA5-A673-4999-8EEA-1230856EAA4E}" type="presParOf" srcId="{C5B08E43-C41E-4554-8914-3BB04FE09025}" destId="{90ADE050-BA74-4C5C-8E09-CB0A5EFF1998}" srcOrd="9" destOrd="0" presId="urn:microsoft.com/office/officeart/2008/layout/LinedList"/>
    <dgm:cxn modelId="{ABBF8077-09FD-4F5E-8D62-AA359CA4C2F7}" type="presParOf" srcId="{90ADE050-BA74-4C5C-8E09-CB0A5EFF1998}" destId="{F5F388CC-A3C8-44B5-9B2C-0B0323B29DC5}" srcOrd="0" destOrd="0" presId="urn:microsoft.com/office/officeart/2008/layout/LinedList"/>
    <dgm:cxn modelId="{C2D20A33-1A4C-42C1-BCC8-70C9D633F1D1}" type="presParOf" srcId="{90ADE050-BA74-4C5C-8E09-CB0A5EFF1998}" destId="{CB7563EE-57E1-4B1F-BEB9-BE2C28261EAD}" srcOrd="1" destOrd="0" presId="urn:microsoft.com/office/officeart/2008/layout/LinedList"/>
    <dgm:cxn modelId="{1A10D5A5-0E88-4A1F-95B4-C6933F082FBC}" type="presParOf" srcId="{CB7563EE-57E1-4B1F-BEB9-BE2C28261EAD}" destId="{00456684-5341-4353-A4C1-DCC4B17FE5B1}" srcOrd="0" destOrd="0" presId="urn:microsoft.com/office/officeart/2008/layout/LinedList"/>
    <dgm:cxn modelId="{DFAAE8DD-F57B-4C6C-92D4-1CEF892B5881}" type="presParOf" srcId="{CB7563EE-57E1-4B1F-BEB9-BE2C28261EAD}" destId="{26E133BE-63E8-414C-A906-183F98D535CC}" srcOrd="1" destOrd="0" presId="urn:microsoft.com/office/officeart/2008/layout/LinedList"/>
    <dgm:cxn modelId="{E547CCD8-2FDE-402B-85CD-91F658F9428D}" type="presParOf" srcId="{26E133BE-63E8-414C-A906-183F98D535CC}" destId="{7848FDDC-AA8F-42E0-B9BE-EA55A53A89D1}" srcOrd="0" destOrd="0" presId="urn:microsoft.com/office/officeart/2008/layout/LinedList"/>
    <dgm:cxn modelId="{A6127C63-50E9-41FA-B0BD-01E07E06C66A}" type="presParOf" srcId="{26E133BE-63E8-414C-A906-183F98D535CC}" destId="{89BFAFED-FAE3-4D48-8C08-F30BF80F204E}" srcOrd="1" destOrd="0" presId="urn:microsoft.com/office/officeart/2008/layout/LinedList"/>
    <dgm:cxn modelId="{D1F78104-97BA-4038-B5C5-46BD24799CF0}" type="presParOf" srcId="{26E133BE-63E8-414C-A906-183F98D535CC}" destId="{372AC8CA-5EFD-4FD4-88B8-D3F2C5A3C1FF}" srcOrd="2" destOrd="0" presId="urn:microsoft.com/office/officeart/2008/layout/LinedList"/>
    <dgm:cxn modelId="{2ADF7561-894A-485D-B517-ED5E7E3C2206}" type="presParOf" srcId="{CB7563EE-57E1-4B1F-BEB9-BE2C28261EAD}" destId="{325CC1FF-AFC9-41C0-B434-49B74D50B500}" srcOrd="2" destOrd="0" presId="urn:microsoft.com/office/officeart/2008/layout/LinedList"/>
    <dgm:cxn modelId="{A121FA03-F179-47B7-B22E-484F7A01B5C2}" type="presParOf" srcId="{CB7563EE-57E1-4B1F-BEB9-BE2C28261EAD}" destId="{64C82470-3064-4FEF-8398-85244A6D5501}" srcOrd="3" destOrd="0" presId="urn:microsoft.com/office/officeart/2008/layout/LinedList"/>
    <dgm:cxn modelId="{B700D55A-45BD-491E-86B2-9629BA47F581}" type="presParOf" srcId="{C5B08E43-C41E-4554-8914-3BB04FE09025}" destId="{2575A36B-F7F6-456C-B50B-5CB71AA29CFD}" srcOrd="10" destOrd="0" presId="urn:microsoft.com/office/officeart/2008/layout/LinedList"/>
    <dgm:cxn modelId="{612165A7-D394-40C6-B945-CEA518EECE85}" type="presParOf" srcId="{C5B08E43-C41E-4554-8914-3BB04FE09025}" destId="{6677047F-A2E3-4829-9E61-364BC108D756}" srcOrd="11" destOrd="0" presId="urn:microsoft.com/office/officeart/2008/layout/LinedList"/>
    <dgm:cxn modelId="{9B63A460-957A-41FB-8E81-AECDEF1A52C7}" type="presParOf" srcId="{6677047F-A2E3-4829-9E61-364BC108D756}" destId="{3100CA5E-DAE3-4D1C-85C7-95B3D5652029}" srcOrd="0" destOrd="0" presId="urn:microsoft.com/office/officeart/2008/layout/LinedList"/>
    <dgm:cxn modelId="{7D490E0C-77FC-467A-AE36-2C737BF44B4A}" type="presParOf" srcId="{6677047F-A2E3-4829-9E61-364BC108D756}" destId="{9EB845FE-2B10-4C5C-AC1C-4E86790F9659}" srcOrd="1" destOrd="0" presId="urn:microsoft.com/office/officeart/2008/layout/LinedList"/>
    <dgm:cxn modelId="{8B447FE5-8D6F-4A40-9015-2AE8F67C8E1B}" type="presParOf" srcId="{9EB845FE-2B10-4C5C-AC1C-4E86790F9659}" destId="{5421EA81-F79D-40AC-8F22-19090A3D2F91}" srcOrd="0" destOrd="0" presId="urn:microsoft.com/office/officeart/2008/layout/LinedList"/>
    <dgm:cxn modelId="{3FAD2AE2-1798-4237-A5D8-D30681D30737}" type="presParOf" srcId="{9EB845FE-2B10-4C5C-AC1C-4E86790F9659}" destId="{D74E437F-6092-46AE-B9DE-EFB510383239}" srcOrd="1" destOrd="0" presId="urn:microsoft.com/office/officeart/2008/layout/LinedList"/>
    <dgm:cxn modelId="{B13070D2-78ED-45A2-AE8B-7865F0CC5026}" type="presParOf" srcId="{D74E437F-6092-46AE-B9DE-EFB510383239}" destId="{12913930-A705-4615-AC11-D3112A087849}" srcOrd="0" destOrd="0" presId="urn:microsoft.com/office/officeart/2008/layout/LinedList"/>
    <dgm:cxn modelId="{559AFB8F-04BE-4730-97FC-9D052442ACE7}" type="presParOf" srcId="{D74E437F-6092-46AE-B9DE-EFB510383239}" destId="{DCBBE2DB-EA97-4657-9D41-888ECFF8CCE1}" srcOrd="1" destOrd="0" presId="urn:microsoft.com/office/officeart/2008/layout/LinedList"/>
    <dgm:cxn modelId="{9F7BD672-1CAC-4D91-8C7A-C4929F8A7FB8}" type="presParOf" srcId="{D74E437F-6092-46AE-B9DE-EFB510383239}" destId="{B7597F63-6E46-4FCF-983F-6D1CCEA82CFB}" srcOrd="2" destOrd="0" presId="urn:microsoft.com/office/officeart/2008/layout/LinedList"/>
    <dgm:cxn modelId="{EF715621-9E8B-4AC2-B44D-C41408768947}" type="presParOf" srcId="{9EB845FE-2B10-4C5C-AC1C-4E86790F9659}" destId="{A158C2AB-BC7A-43CE-B0B9-76B376DF2535}" srcOrd="2" destOrd="0" presId="urn:microsoft.com/office/officeart/2008/layout/LinedList"/>
    <dgm:cxn modelId="{D3165AB9-7D74-4952-86C2-E935FB4C0048}" type="presParOf" srcId="{9EB845FE-2B10-4C5C-AC1C-4E86790F9659}" destId="{838235FA-5DCA-4706-8129-3CE222AAB8B0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3D064B-8CF8-475F-A4B0-F38A79D8EF9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C97545D-D6BB-4334-BCB9-CACC8478848B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IN" sz="1400" b="1" dirty="0"/>
            <a:t>Extracting</a:t>
          </a:r>
          <a:endParaRPr lang="en-IN" sz="1400" dirty="0"/>
        </a:p>
      </dgm:t>
    </dgm:pt>
    <dgm:pt modelId="{0CEADC23-25BC-443A-8F73-7B1E54AE9EFD}" type="parTrans" cxnId="{AC555614-2C52-4D5A-892F-C3532158FC6F}">
      <dgm:prSet/>
      <dgm:spPr/>
      <dgm:t>
        <a:bodyPr/>
        <a:lstStyle/>
        <a:p>
          <a:endParaRPr lang="en-IN"/>
        </a:p>
      </dgm:t>
    </dgm:pt>
    <dgm:pt modelId="{58B18206-2743-409D-865D-5A4ECD7D9003}" type="sibTrans" cxnId="{AC555614-2C52-4D5A-892F-C3532158FC6F}">
      <dgm:prSet/>
      <dgm:spPr/>
      <dgm:t>
        <a:bodyPr/>
        <a:lstStyle/>
        <a:p>
          <a:endParaRPr lang="en-IN"/>
        </a:p>
      </dgm:t>
    </dgm:pt>
    <dgm:pt modelId="{EB951EA2-407E-4072-BAEC-2A50DB74386F}">
      <dgm:prSet custT="1"/>
      <dgm:spPr/>
      <dgm:t>
        <a:bodyPr/>
        <a:lstStyle/>
        <a:p>
          <a:r>
            <a:rPr lang="en-IN" sz="1400" b="1" dirty="0"/>
            <a:t>Contextualizing</a:t>
          </a:r>
          <a:endParaRPr lang="en-IN" sz="1400" dirty="0"/>
        </a:p>
      </dgm:t>
    </dgm:pt>
    <dgm:pt modelId="{2CD2509A-C994-4401-B852-28DD4F27D879}" type="parTrans" cxnId="{58B52E24-BC25-42BC-B448-4DF6331F0BAC}">
      <dgm:prSet/>
      <dgm:spPr/>
      <dgm:t>
        <a:bodyPr/>
        <a:lstStyle/>
        <a:p>
          <a:endParaRPr lang="en-IN"/>
        </a:p>
      </dgm:t>
    </dgm:pt>
    <dgm:pt modelId="{628F5463-E398-4735-A2AB-21AA11B8328E}" type="sibTrans" cxnId="{58B52E24-BC25-42BC-B448-4DF6331F0BAC}">
      <dgm:prSet/>
      <dgm:spPr/>
      <dgm:t>
        <a:bodyPr/>
        <a:lstStyle/>
        <a:p>
          <a:endParaRPr lang="en-IN"/>
        </a:p>
      </dgm:t>
    </dgm:pt>
    <dgm:pt modelId="{DDBA0848-F11A-492A-ABB0-AC239FE87DA0}">
      <dgm:prSet custT="1"/>
      <dgm:spPr/>
      <dgm:t>
        <a:bodyPr/>
        <a:lstStyle/>
        <a:p>
          <a:r>
            <a:rPr lang="en-IN" sz="1400" b="1" dirty="0"/>
            <a:t>Explaining</a:t>
          </a:r>
          <a:endParaRPr lang="en-IN" sz="1400" dirty="0"/>
        </a:p>
      </dgm:t>
    </dgm:pt>
    <dgm:pt modelId="{468E072F-8A3F-4A9C-855B-2152E30383A0}" type="parTrans" cxnId="{78CD2E46-F7E6-486B-BAC7-7C6D1F584A32}">
      <dgm:prSet/>
      <dgm:spPr/>
      <dgm:t>
        <a:bodyPr/>
        <a:lstStyle/>
        <a:p>
          <a:endParaRPr lang="en-IN"/>
        </a:p>
      </dgm:t>
    </dgm:pt>
    <dgm:pt modelId="{465FA811-EBC2-46B3-A13E-B7A502CAE6F7}" type="sibTrans" cxnId="{78CD2E46-F7E6-486B-BAC7-7C6D1F584A32}">
      <dgm:prSet/>
      <dgm:spPr/>
      <dgm:t>
        <a:bodyPr/>
        <a:lstStyle/>
        <a:p>
          <a:endParaRPr lang="en-IN"/>
        </a:p>
      </dgm:t>
    </dgm:pt>
    <dgm:pt modelId="{90BB5D7B-8D57-443D-A013-DE805B7EF798}">
      <dgm:prSet custT="1"/>
      <dgm:spPr/>
      <dgm:t>
        <a:bodyPr/>
        <a:lstStyle/>
        <a:p>
          <a:r>
            <a:rPr lang="en-IN" sz="1400" b="1" dirty="0"/>
            <a:t>Grounding</a:t>
          </a:r>
          <a:endParaRPr lang="en-IN" sz="1400" dirty="0"/>
        </a:p>
      </dgm:t>
    </dgm:pt>
    <dgm:pt modelId="{5CEB2A14-C3E9-47B9-BD9C-725079B8D500}" type="parTrans" cxnId="{907A58CC-2308-426B-985D-6082F4A7A204}">
      <dgm:prSet/>
      <dgm:spPr/>
      <dgm:t>
        <a:bodyPr/>
        <a:lstStyle/>
        <a:p>
          <a:endParaRPr lang="en-IN"/>
        </a:p>
      </dgm:t>
    </dgm:pt>
    <dgm:pt modelId="{AB26B0C9-4EB2-4AF2-927C-ED51E8AC592B}" type="sibTrans" cxnId="{907A58CC-2308-426B-985D-6082F4A7A204}">
      <dgm:prSet/>
      <dgm:spPr/>
      <dgm:t>
        <a:bodyPr/>
        <a:lstStyle/>
        <a:p>
          <a:endParaRPr lang="en-IN"/>
        </a:p>
      </dgm:t>
    </dgm:pt>
    <dgm:pt modelId="{984043EB-24B3-4444-A4AA-0BFC3F2DE67C}">
      <dgm:prSet custT="1"/>
      <dgm:spPr/>
      <dgm:t>
        <a:bodyPr/>
        <a:lstStyle/>
        <a:p>
          <a:r>
            <a:rPr lang="en-IN" sz="1400" dirty="0"/>
            <a:t>the results against a built-in medical knowledge base covering 5 major panels (CBC, LFT, KFT, Thyroid Profile, Lipid Profile).</a:t>
          </a:r>
        </a:p>
      </dgm:t>
    </dgm:pt>
    <dgm:pt modelId="{0B3412E2-C566-44F9-A953-7C71F39D734F}" type="parTrans" cxnId="{DDD32946-92E5-4454-89E2-161B99C8EA8A}">
      <dgm:prSet/>
      <dgm:spPr/>
      <dgm:t>
        <a:bodyPr/>
        <a:lstStyle/>
        <a:p>
          <a:endParaRPr lang="en-IN"/>
        </a:p>
      </dgm:t>
    </dgm:pt>
    <dgm:pt modelId="{E042A7A5-8E0F-4F04-B376-62A089B7799F}" type="sibTrans" cxnId="{DDD32946-92E5-4454-89E2-161B99C8EA8A}">
      <dgm:prSet/>
      <dgm:spPr/>
      <dgm:t>
        <a:bodyPr/>
        <a:lstStyle/>
        <a:p>
          <a:endParaRPr lang="en-IN"/>
        </a:p>
      </dgm:t>
    </dgm:pt>
    <dgm:pt modelId="{AA6D8A34-3D0A-4759-9C84-44AB67BFF2D9}">
      <dgm:prSet custT="1"/>
      <dgm:spPr/>
      <dgm:t>
        <a:bodyPr/>
        <a:lstStyle/>
        <a:p>
          <a:r>
            <a:rPr lang="en-IN" sz="1400" dirty="0"/>
            <a:t>the findings in plain, empathetic language via an interactive chat interface.</a:t>
          </a:r>
        </a:p>
      </dgm:t>
    </dgm:pt>
    <dgm:pt modelId="{A77CA641-2EDC-428A-828E-CE0D02A8F2AF}" type="parTrans" cxnId="{9C5D978E-EE51-4DEA-B8FD-5F3B73713A7C}">
      <dgm:prSet/>
      <dgm:spPr/>
      <dgm:t>
        <a:bodyPr/>
        <a:lstStyle/>
        <a:p>
          <a:endParaRPr lang="en-IN"/>
        </a:p>
      </dgm:t>
    </dgm:pt>
    <dgm:pt modelId="{00F0FE23-729F-4921-8D62-8B5B08CF1460}" type="sibTrans" cxnId="{9C5D978E-EE51-4DEA-B8FD-5F3B73713A7C}">
      <dgm:prSet/>
      <dgm:spPr/>
      <dgm:t>
        <a:bodyPr/>
        <a:lstStyle/>
        <a:p>
          <a:endParaRPr lang="en-IN"/>
        </a:p>
      </dgm:t>
    </dgm:pt>
    <dgm:pt modelId="{A5379D3A-D4B4-4100-9017-7D4FF72DF083}">
      <dgm:prSet custT="1"/>
      <dgm:spPr/>
      <dgm:t>
        <a:bodyPr/>
        <a:lstStyle/>
        <a:p>
          <a:r>
            <a:rPr lang="en-IN" sz="1400" dirty="0"/>
            <a:t>its answers using live Google Search to ensure responses reflect current medical guidelines and literature.</a:t>
          </a:r>
        </a:p>
      </dgm:t>
    </dgm:pt>
    <dgm:pt modelId="{F9050669-2FB6-4D61-9673-5A5B30A5806E}" type="parTrans" cxnId="{974F7E69-3511-468A-8156-C6DF34B0E9E6}">
      <dgm:prSet/>
      <dgm:spPr/>
      <dgm:t>
        <a:bodyPr/>
        <a:lstStyle/>
        <a:p>
          <a:endParaRPr lang="en-IN"/>
        </a:p>
      </dgm:t>
    </dgm:pt>
    <dgm:pt modelId="{4698F61D-3C90-4B2B-B3E2-504EDCA52DA7}" type="sibTrans" cxnId="{974F7E69-3511-468A-8156-C6DF34B0E9E6}">
      <dgm:prSet/>
      <dgm:spPr/>
      <dgm:t>
        <a:bodyPr/>
        <a:lstStyle/>
        <a:p>
          <a:endParaRPr lang="en-IN"/>
        </a:p>
      </dgm:t>
    </dgm:pt>
    <dgm:pt modelId="{6A84BC9B-3894-42D4-A23C-13670D9BFF2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/>
            <a:t>structured data from raw pathology reports (PDFs or images).</a:t>
          </a:r>
        </a:p>
      </dgm:t>
    </dgm:pt>
    <dgm:pt modelId="{D96ADE2C-D0B2-4816-B418-A9F5421DF96F}" type="parTrans" cxnId="{1F478F1F-23CA-4189-9742-505483C79DF7}">
      <dgm:prSet/>
      <dgm:spPr/>
      <dgm:t>
        <a:bodyPr/>
        <a:lstStyle/>
        <a:p>
          <a:endParaRPr lang="en-IN"/>
        </a:p>
      </dgm:t>
    </dgm:pt>
    <dgm:pt modelId="{0F5AC21F-A235-49E0-9B19-E1BBF3D5A7BE}" type="sibTrans" cxnId="{1F478F1F-23CA-4189-9742-505483C79DF7}">
      <dgm:prSet/>
      <dgm:spPr/>
      <dgm:t>
        <a:bodyPr/>
        <a:lstStyle/>
        <a:p>
          <a:endParaRPr lang="en-IN"/>
        </a:p>
      </dgm:t>
    </dgm:pt>
    <dgm:pt modelId="{73DCCADC-F036-4FEF-B7B8-D485271D0472}" type="pres">
      <dgm:prSet presAssocID="{0C3D064B-8CF8-475F-A4B0-F38A79D8EF94}" presName="Name0" presStyleCnt="0">
        <dgm:presLayoutVars>
          <dgm:dir/>
          <dgm:animLvl val="lvl"/>
          <dgm:resizeHandles val="exact"/>
        </dgm:presLayoutVars>
      </dgm:prSet>
      <dgm:spPr/>
    </dgm:pt>
    <dgm:pt modelId="{E6B11169-F603-434B-AE44-8E76C90990B8}" type="pres">
      <dgm:prSet presAssocID="{8C97545D-D6BB-4334-BCB9-CACC8478848B}" presName="composite" presStyleCnt="0"/>
      <dgm:spPr/>
    </dgm:pt>
    <dgm:pt modelId="{EF93CBC9-AA57-47C4-B739-DEF35989325F}" type="pres">
      <dgm:prSet presAssocID="{8C97545D-D6BB-4334-BCB9-CACC8478848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7E543B4-0143-43E3-B80B-ABD220261051}" type="pres">
      <dgm:prSet presAssocID="{8C97545D-D6BB-4334-BCB9-CACC8478848B}" presName="desTx" presStyleLbl="alignAccFollowNode1" presStyleIdx="0" presStyleCnt="4" custScaleX="151435">
        <dgm:presLayoutVars>
          <dgm:bulletEnabled val="1"/>
        </dgm:presLayoutVars>
      </dgm:prSet>
      <dgm:spPr/>
    </dgm:pt>
    <dgm:pt modelId="{5E96E59A-2F7A-4925-AD47-50320A938952}" type="pres">
      <dgm:prSet presAssocID="{58B18206-2743-409D-865D-5A4ECD7D9003}" presName="space" presStyleCnt="0"/>
      <dgm:spPr/>
    </dgm:pt>
    <dgm:pt modelId="{AA8604D5-B2FE-42CE-9925-3D4A1F79BEEA}" type="pres">
      <dgm:prSet presAssocID="{EB951EA2-407E-4072-BAEC-2A50DB74386F}" presName="composite" presStyleCnt="0"/>
      <dgm:spPr/>
    </dgm:pt>
    <dgm:pt modelId="{CBDA2FC7-3859-49E7-9ADF-846D1C95A554}" type="pres">
      <dgm:prSet presAssocID="{EB951EA2-407E-4072-BAEC-2A50DB74386F}" presName="parTx" presStyleLbl="alignNode1" presStyleIdx="1" presStyleCnt="4" custScaleX="128577" custLinFactNeighborY="3178">
        <dgm:presLayoutVars>
          <dgm:chMax val="0"/>
          <dgm:chPref val="0"/>
          <dgm:bulletEnabled val="1"/>
        </dgm:presLayoutVars>
      </dgm:prSet>
      <dgm:spPr/>
    </dgm:pt>
    <dgm:pt modelId="{43DEE335-6D9E-4B2F-B0FD-B7306EE82CDA}" type="pres">
      <dgm:prSet presAssocID="{EB951EA2-407E-4072-BAEC-2A50DB74386F}" presName="desTx" presStyleLbl="alignAccFollowNode1" presStyleIdx="1" presStyleCnt="4" custScaleX="193445">
        <dgm:presLayoutVars>
          <dgm:bulletEnabled val="1"/>
        </dgm:presLayoutVars>
      </dgm:prSet>
      <dgm:spPr/>
    </dgm:pt>
    <dgm:pt modelId="{B8A70667-28CB-414E-A7A0-3F8CF48094DC}" type="pres">
      <dgm:prSet presAssocID="{628F5463-E398-4735-A2AB-21AA11B8328E}" presName="space" presStyleCnt="0"/>
      <dgm:spPr/>
    </dgm:pt>
    <dgm:pt modelId="{3823CC9E-4972-41E0-BB9B-E9FFDB13CB07}" type="pres">
      <dgm:prSet presAssocID="{DDBA0848-F11A-492A-ABB0-AC239FE87DA0}" presName="composite" presStyleCnt="0"/>
      <dgm:spPr/>
    </dgm:pt>
    <dgm:pt modelId="{08E556D5-2365-45A7-8F30-52B585F589C1}" type="pres">
      <dgm:prSet presAssocID="{DDBA0848-F11A-492A-ABB0-AC239FE87DA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BB78634-E7C1-4997-98AF-8269F38C045E}" type="pres">
      <dgm:prSet presAssocID="{DDBA0848-F11A-492A-ABB0-AC239FE87DA0}" presName="desTx" presStyleLbl="alignAccFollowNode1" presStyleIdx="2" presStyleCnt="4" custScaleX="199420">
        <dgm:presLayoutVars>
          <dgm:bulletEnabled val="1"/>
        </dgm:presLayoutVars>
      </dgm:prSet>
      <dgm:spPr/>
    </dgm:pt>
    <dgm:pt modelId="{34F91F6B-9A40-4160-9EAA-30BCE494A35D}" type="pres">
      <dgm:prSet presAssocID="{465FA811-EBC2-46B3-A13E-B7A502CAE6F7}" presName="space" presStyleCnt="0"/>
      <dgm:spPr/>
    </dgm:pt>
    <dgm:pt modelId="{EA10D26C-AC09-4D87-9162-C8837A058FAD}" type="pres">
      <dgm:prSet presAssocID="{90BB5D7B-8D57-443D-A013-DE805B7EF798}" presName="composite" presStyleCnt="0"/>
      <dgm:spPr/>
    </dgm:pt>
    <dgm:pt modelId="{70976E3B-716A-4898-B387-48F69143378B}" type="pres">
      <dgm:prSet presAssocID="{90BB5D7B-8D57-443D-A013-DE805B7EF79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5554A05-D03C-4E06-A7CB-E6A0C4F42F97}" type="pres">
      <dgm:prSet presAssocID="{90BB5D7B-8D57-443D-A013-DE805B7EF798}" presName="desTx" presStyleLbl="alignAccFollowNode1" presStyleIdx="3" presStyleCnt="4" custScaleX="177686">
        <dgm:presLayoutVars>
          <dgm:bulletEnabled val="1"/>
        </dgm:presLayoutVars>
      </dgm:prSet>
      <dgm:spPr/>
    </dgm:pt>
  </dgm:ptLst>
  <dgm:cxnLst>
    <dgm:cxn modelId="{F5DB9512-5472-4A4D-BF2D-01F89E9E7E41}" type="presOf" srcId="{984043EB-24B3-4444-A4AA-0BFC3F2DE67C}" destId="{43DEE335-6D9E-4B2F-B0FD-B7306EE82CDA}" srcOrd="0" destOrd="0" presId="urn:microsoft.com/office/officeart/2005/8/layout/hList1"/>
    <dgm:cxn modelId="{AC555614-2C52-4D5A-892F-C3532158FC6F}" srcId="{0C3D064B-8CF8-475F-A4B0-F38A79D8EF94}" destId="{8C97545D-D6BB-4334-BCB9-CACC8478848B}" srcOrd="0" destOrd="0" parTransId="{0CEADC23-25BC-443A-8F73-7B1E54AE9EFD}" sibTransId="{58B18206-2743-409D-865D-5A4ECD7D9003}"/>
    <dgm:cxn modelId="{1F478F1F-23CA-4189-9742-505483C79DF7}" srcId="{8C97545D-D6BB-4334-BCB9-CACC8478848B}" destId="{6A84BC9B-3894-42D4-A23C-13670D9BFF23}" srcOrd="0" destOrd="0" parTransId="{D96ADE2C-D0B2-4816-B418-A9F5421DF96F}" sibTransId="{0F5AC21F-A235-49E0-9B19-E1BBF3D5A7BE}"/>
    <dgm:cxn modelId="{58B52E24-BC25-42BC-B448-4DF6331F0BAC}" srcId="{0C3D064B-8CF8-475F-A4B0-F38A79D8EF94}" destId="{EB951EA2-407E-4072-BAEC-2A50DB74386F}" srcOrd="1" destOrd="0" parTransId="{2CD2509A-C994-4401-B852-28DD4F27D879}" sibTransId="{628F5463-E398-4735-A2AB-21AA11B8328E}"/>
    <dgm:cxn modelId="{EB948A41-1E41-43CD-BE85-4D48FDE08B3C}" type="presOf" srcId="{0C3D064B-8CF8-475F-A4B0-F38A79D8EF94}" destId="{73DCCADC-F036-4FEF-B7B8-D485271D0472}" srcOrd="0" destOrd="0" presId="urn:microsoft.com/office/officeart/2005/8/layout/hList1"/>
    <dgm:cxn modelId="{DDD32946-92E5-4454-89E2-161B99C8EA8A}" srcId="{EB951EA2-407E-4072-BAEC-2A50DB74386F}" destId="{984043EB-24B3-4444-A4AA-0BFC3F2DE67C}" srcOrd="0" destOrd="0" parTransId="{0B3412E2-C566-44F9-A953-7C71F39D734F}" sibTransId="{E042A7A5-8E0F-4F04-B376-62A089B7799F}"/>
    <dgm:cxn modelId="{78CD2E46-F7E6-486B-BAC7-7C6D1F584A32}" srcId="{0C3D064B-8CF8-475F-A4B0-F38A79D8EF94}" destId="{DDBA0848-F11A-492A-ABB0-AC239FE87DA0}" srcOrd="2" destOrd="0" parTransId="{468E072F-8A3F-4A9C-855B-2152E30383A0}" sibTransId="{465FA811-EBC2-46B3-A13E-B7A502CAE6F7}"/>
    <dgm:cxn modelId="{974F7E69-3511-468A-8156-C6DF34B0E9E6}" srcId="{90BB5D7B-8D57-443D-A013-DE805B7EF798}" destId="{A5379D3A-D4B4-4100-9017-7D4FF72DF083}" srcOrd="0" destOrd="0" parTransId="{F9050669-2FB6-4D61-9673-5A5B30A5806E}" sibTransId="{4698F61D-3C90-4B2B-B3E2-504EDCA52DA7}"/>
    <dgm:cxn modelId="{50DA346A-57A9-4ADB-9279-073A046FA199}" type="presOf" srcId="{DDBA0848-F11A-492A-ABB0-AC239FE87DA0}" destId="{08E556D5-2365-45A7-8F30-52B585F589C1}" srcOrd="0" destOrd="0" presId="urn:microsoft.com/office/officeart/2005/8/layout/hList1"/>
    <dgm:cxn modelId="{F320BC8C-B52C-4279-B046-DE6CE1112B1A}" type="presOf" srcId="{EB951EA2-407E-4072-BAEC-2A50DB74386F}" destId="{CBDA2FC7-3859-49E7-9ADF-846D1C95A554}" srcOrd="0" destOrd="0" presId="urn:microsoft.com/office/officeart/2005/8/layout/hList1"/>
    <dgm:cxn modelId="{9C5D978E-EE51-4DEA-B8FD-5F3B73713A7C}" srcId="{DDBA0848-F11A-492A-ABB0-AC239FE87DA0}" destId="{AA6D8A34-3D0A-4759-9C84-44AB67BFF2D9}" srcOrd="0" destOrd="0" parTransId="{A77CA641-2EDC-428A-828E-CE0D02A8F2AF}" sibTransId="{00F0FE23-729F-4921-8D62-8B5B08CF1460}"/>
    <dgm:cxn modelId="{65E5DB8F-68DD-4928-A684-AD018AD795CA}" type="presOf" srcId="{AA6D8A34-3D0A-4759-9C84-44AB67BFF2D9}" destId="{DBB78634-E7C1-4997-98AF-8269F38C045E}" srcOrd="0" destOrd="0" presId="urn:microsoft.com/office/officeart/2005/8/layout/hList1"/>
    <dgm:cxn modelId="{9A2D5B91-955F-4798-93E8-81ACD2C66E67}" type="presOf" srcId="{8C97545D-D6BB-4334-BCB9-CACC8478848B}" destId="{EF93CBC9-AA57-47C4-B739-DEF35989325F}" srcOrd="0" destOrd="0" presId="urn:microsoft.com/office/officeart/2005/8/layout/hList1"/>
    <dgm:cxn modelId="{80BB93C5-44C5-4B96-A04F-221E1D10DD76}" type="presOf" srcId="{90BB5D7B-8D57-443D-A013-DE805B7EF798}" destId="{70976E3B-716A-4898-B387-48F69143378B}" srcOrd="0" destOrd="0" presId="urn:microsoft.com/office/officeart/2005/8/layout/hList1"/>
    <dgm:cxn modelId="{0A7F6BC7-4E65-4568-8498-DC4F5D20761F}" type="presOf" srcId="{6A84BC9B-3894-42D4-A23C-13670D9BFF23}" destId="{F7E543B4-0143-43E3-B80B-ABD220261051}" srcOrd="0" destOrd="0" presId="urn:microsoft.com/office/officeart/2005/8/layout/hList1"/>
    <dgm:cxn modelId="{907A58CC-2308-426B-985D-6082F4A7A204}" srcId="{0C3D064B-8CF8-475F-A4B0-F38A79D8EF94}" destId="{90BB5D7B-8D57-443D-A013-DE805B7EF798}" srcOrd="3" destOrd="0" parTransId="{5CEB2A14-C3E9-47B9-BD9C-725079B8D500}" sibTransId="{AB26B0C9-4EB2-4AF2-927C-ED51E8AC592B}"/>
    <dgm:cxn modelId="{212BDCE7-1F80-47CD-8149-01C50BDD37B2}" type="presOf" srcId="{A5379D3A-D4B4-4100-9017-7D4FF72DF083}" destId="{85554A05-D03C-4E06-A7CB-E6A0C4F42F97}" srcOrd="0" destOrd="0" presId="urn:microsoft.com/office/officeart/2005/8/layout/hList1"/>
    <dgm:cxn modelId="{005E3755-3C59-4446-AE74-18C6F8D5FA37}" type="presParOf" srcId="{73DCCADC-F036-4FEF-B7B8-D485271D0472}" destId="{E6B11169-F603-434B-AE44-8E76C90990B8}" srcOrd="0" destOrd="0" presId="urn:microsoft.com/office/officeart/2005/8/layout/hList1"/>
    <dgm:cxn modelId="{A2D0D64D-435D-429C-BBAB-0685447DFCEB}" type="presParOf" srcId="{E6B11169-F603-434B-AE44-8E76C90990B8}" destId="{EF93CBC9-AA57-47C4-B739-DEF35989325F}" srcOrd="0" destOrd="0" presId="urn:microsoft.com/office/officeart/2005/8/layout/hList1"/>
    <dgm:cxn modelId="{27238EC8-C3BF-4F69-9BAA-F254B30BEA41}" type="presParOf" srcId="{E6B11169-F603-434B-AE44-8E76C90990B8}" destId="{F7E543B4-0143-43E3-B80B-ABD220261051}" srcOrd="1" destOrd="0" presId="urn:microsoft.com/office/officeart/2005/8/layout/hList1"/>
    <dgm:cxn modelId="{3EFC6358-B606-4462-9AE9-04524FC1687D}" type="presParOf" srcId="{73DCCADC-F036-4FEF-B7B8-D485271D0472}" destId="{5E96E59A-2F7A-4925-AD47-50320A938952}" srcOrd="1" destOrd="0" presId="urn:microsoft.com/office/officeart/2005/8/layout/hList1"/>
    <dgm:cxn modelId="{D7D9BBB5-989C-4E59-92A9-F3AB2CB219FC}" type="presParOf" srcId="{73DCCADC-F036-4FEF-B7B8-D485271D0472}" destId="{AA8604D5-B2FE-42CE-9925-3D4A1F79BEEA}" srcOrd="2" destOrd="0" presId="urn:microsoft.com/office/officeart/2005/8/layout/hList1"/>
    <dgm:cxn modelId="{A0627E37-61A6-40E2-9B67-3CD4E5562065}" type="presParOf" srcId="{AA8604D5-B2FE-42CE-9925-3D4A1F79BEEA}" destId="{CBDA2FC7-3859-49E7-9ADF-846D1C95A554}" srcOrd="0" destOrd="0" presId="urn:microsoft.com/office/officeart/2005/8/layout/hList1"/>
    <dgm:cxn modelId="{65F66617-05DA-4B0F-9F6A-844A4E72729C}" type="presParOf" srcId="{AA8604D5-B2FE-42CE-9925-3D4A1F79BEEA}" destId="{43DEE335-6D9E-4B2F-B0FD-B7306EE82CDA}" srcOrd="1" destOrd="0" presId="urn:microsoft.com/office/officeart/2005/8/layout/hList1"/>
    <dgm:cxn modelId="{5091B952-9A2D-4D3D-AC11-BC0DABDD7B55}" type="presParOf" srcId="{73DCCADC-F036-4FEF-B7B8-D485271D0472}" destId="{B8A70667-28CB-414E-A7A0-3F8CF48094DC}" srcOrd="3" destOrd="0" presId="urn:microsoft.com/office/officeart/2005/8/layout/hList1"/>
    <dgm:cxn modelId="{3802BFF2-2293-470D-8773-68958C7D5EC0}" type="presParOf" srcId="{73DCCADC-F036-4FEF-B7B8-D485271D0472}" destId="{3823CC9E-4972-41E0-BB9B-E9FFDB13CB07}" srcOrd="4" destOrd="0" presId="urn:microsoft.com/office/officeart/2005/8/layout/hList1"/>
    <dgm:cxn modelId="{ADB278B4-F7F3-4B30-ABB0-1A67013C5051}" type="presParOf" srcId="{3823CC9E-4972-41E0-BB9B-E9FFDB13CB07}" destId="{08E556D5-2365-45A7-8F30-52B585F589C1}" srcOrd="0" destOrd="0" presId="urn:microsoft.com/office/officeart/2005/8/layout/hList1"/>
    <dgm:cxn modelId="{C4E2D839-4F16-40FF-B003-5D7B5AC2F2FF}" type="presParOf" srcId="{3823CC9E-4972-41E0-BB9B-E9FFDB13CB07}" destId="{DBB78634-E7C1-4997-98AF-8269F38C045E}" srcOrd="1" destOrd="0" presId="urn:microsoft.com/office/officeart/2005/8/layout/hList1"/>
    <dgm:cxn modelId="{AE754BF5-004C-483B-BF68-E2344320DFB7}" type="presParOf" srcId="{73DCCADC-F036-4FEF-B7B8-D485271D0472}" destId="{34F91F6B-9A40-4160-9EAA-30BCE494A35D}" srcOrd="5" destOrd="0" presId="urn:microsoft.com/office/officeart/2005/8/layout/hList1"/>
    <dgm:cxn modelId="{C3D76D3F-C209-4179-AEE6-AE0EAECE3C58}" type="presParOf" srcId="{73DCCADC-F036-4FEF-B7B8-D485271D0472}" destId="{EA10D26C-AC09-4D87-9162-C8837A058FAD}" srcOrd="6" destOrd="0" presId="urn:microsoft.com/office/officeart/2005/8/layout/hList1"/>
    <dgm:cxn modelId="{5409211D-24AC-4DC9-80AF-A1C8FE3ED59E}" type="presParOf" srcId="{EA10D26C-AC09-4D87-9162-C8837A058FAD}" destId="{70976E3B-716A-4898-B387-48F69143378B}" srcOrd="0" destOrd="0" presId="urn:microsoft.com/office/officeart/2005/8/layout/hList1"/>
    <dgm:cxn modelId="{521155CB-50F2-4061-B122-E5872FA9FAFC}" type="presParOf" srcId="{EA10D26C-AC09-4D87-9162-C8837A058FAD}" destId="{85554A05-D03C-4E06-A7CB-E6A0C4F42F9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0BAD59-9191-4DB7-A210-C01FD80B2FA8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86553AF-57B1-439D-9EF4-270E78235778}">
      <dgm:prSet/>
      <dgm:spPr/>
      <dgm:t>
        <a:bodyPr/>
        <a:lstStyle/>
        <a:p>
          <a:r>
            <a:rPr lang="en-IN" dirty="0"/>
            <a:t>✔ Upload pathology reports</a:t>
          </a:r>
        </a:p>
      </dgm:t>
    </dgm:pt>
    <dgm:pt modelId="{A9B05E74-043E-4022-B7D0-682F6957B59C}" type="parTrans" cxnId="{16254D5E-716A-452D-8747-F992BE25C3E3}">
      <dgm:prSet/>
      <dgm:spPr/>
      <dgm:t>
        <a:bodyPr/>
        <a:lstStyle/>
        <a:p>
          <a:endParaRPr lang="en-IN"/>
        </a:p>
      </dgm:t>
    </dgm:pt>
    <dgm:pt modelId="{BD88CF60-F0B9-40BE-A4DB-9478EF430B8C}" type="sibTrans" cxnId="{16254D5E-716A-452D-8747-F992BE25C3E3}">
      <dgm:prSet/>
      <dgm:spPr/>
      <dgm:t>
        <a:bodyPr/>
        <a:lstStyle/>
        <a:p>
          <a:endParaRPr lang="en-IN"/>
        </a:p>
      </dgm:t>
    </dgm:pt>
    <dgm:pt modelId="{7808346F-BF44-43D2-B41F-BE1CF7411519}">
      <dgm:prSet/>
      <dgm:spPr/>
      <dgm:t>
        <a:bodyPr/>
        <a:lstStyle/>
        <a:p>
          <a:r>
            <a:rPr lang="en-IN"/>
            <a:t>✔ Extract medical information</a:t>
          </a:r>
        </a:p>
      </dgm:t>
    </dgm:pt>
    <dgm:pt modelId="{BC356F25-CA9E-4951-BA5E-DA2C9B2BB8F9}" type="parTrans" cxnId="{0782DAB0-B1A8-4D27-BC6B-FF6DAD167A8C}">
      <dgm:prSet/>
      <dgm:spPr/>
      <dgm:t>
        <a:bodyPr/>
        <a:lstStyle/>
        <a:p>
          <a:endParaRPr lang="en-IN"/>
        </a:p>
      </dgm:t>
    </dgm:pt>
    <dgm:pt modelId="{74D47D4D-B3FF-4F46-90F6-9FF4036CB12F}" type="sibTrans" cxnId="{0782DAB0-B1A8-4D27-BC6B-FF6DAD167A8C}">
      <dgm:prSet/>
      <dgm:spPr/>
      <dgm:t>
        <a:bodyPr/>
        <a:lstStyle/>
        <a:p>
          <a:endParaRPr lang="en-IN"/>
        </a:p>
      </dgm:t>
    </dgm:pt>
    <dgm:pt modelId="{9ABD3CA7-FB7D-4048-87BE-B45346932FCD}">
      <dgm:prSet/>
      <dgm:spPr/>
      <dgm:t>
        <a:bodyPr/>
        <a:lstStyle/>
        <a:p>
          <a:r>
            <a:rPr lang="en-IN"/>
            <a:t>✔ Build a searchable knowledge base</a:t>
          </a:r>
        </a:p>
      </dgm:t>
    </dgm:pt>
    <dgm:pt modelId="{A1B99C8E-DE7E-4436-AAE9-5DF0F705434D}" type="parTrans" cxnId="{9871A017-5A5A-4A61-A84B-4E1C1D4BED39}">
      <dgm:prSet/>
      <dgm:spPr/>
      <dgm:t>
        <a:bodyPr/>
        <a:lstStyle/>
        <a:p>
          <a:endParaRPr lang="en-IN"/>
        </a:p>
      </dgm:t>
    </dgm:pt>
    <dgm:pt modelId="{07728499-BA5B-40CF-9F1C-961818C10E93}" type="sibTrans" cxnId="{9871A017-5A5A-4A61-A84B-4E1C1D4BED39}">
      <dgm:prSet/>
      <dgm:spPr/>
      <dgm:t>
        <a:bodyPr/>
        <a:lstStyle/>
        <a:p>
          <a:endParaRPr lang="en-IN"/>
        </a:p>
      </dgm:t>
    </dgm:pt>
    <dgm:pt modelId="{58858255-25BE-4D02-8016-AFF8D7E77519}">
      <dgm:prSet/>
      <dgm:spPr/>
      <dgm:t>
        <a:bodyPr/>
        <a:lstStyle/>
        <a:p>
          <a:r>
            <a:rPr lang="en-IN"/>
            <a:t>✔ Use Retrieval-Augmented Generation (RAG)</a:t>
          </a:r>
        </a:p>
      </dgm:t>
    </dgm:pt>
    <dgm:pt modelId="{73B159D0-EBD5-4DBF-B642-69E007DEA223}" type="parTrans" cxnId="{A69410E9-9146-4F0D-A6CD-3ABC075D03F9}">
      <dgm:prSet/>
      <dgm:spPr/>
      <dgm:t>
        <a:bodyPr/>
        <a:lstStyle/>
        <a:p>
          <a:endParaRPr lang="en-IN"/>
        </a:p>
      </dgm:t>
    </dgm:pt>
    <dgm:pt modelId="{2F9BA562-09DC-4F51-A7E8-4406831BA3DA}" type="sibTrans" cxnId="{A69410E9-9146-4F0D-A6CD-3ABC075D03F9}">
      <dgm:prSet/>
      <dgm:spPr/>
      <dgm:t>
        <a:bodyPr/>
        <a:lstStyle/>
        <a:p>
          <a:endParaRPr lang="en-IN"/>
        </a:p>
      </dgm:t>
    </dgm:pt>
    <dgm:pt modelId="{8CC6187B-2738-42E9-BC85-9EDB9BD4679E}">
      <dgm:prSet/>
      <dgm:spPr/>
      <dgm:t>
        <a:bodyPr/>
        <a:lstStyle/>
        <a:p>
          <a:r>
            <a:rPr lang="en-IN"/>
            <a:t>✔ Explain reports in natural language</a:t>
          </a:r>
        </a:p>
      </dgm:t>
    </dgm:pt>
    <dgm:pt modelId="{367B013C-4FCA-4662-8142-E42F2CCFC150}" type="parTrans" cxnId="{9EEAE549-0A35-4383-BDE1-793DB2888793}">
      <dgm:prSet/>
      <dgm:spPr/>
      <dgm:t>
        <a:bodyPr/>
        <a:lstStyle/>
        <a:p>
          <a:endParaRPr lang="en-IN"/>
        </a:p>
      </dgm:t>
    </dgm:pt>
    <dgm:pt modelId="{50BCFB36-572F-488C-BF08-3351E850184E}" type="sibTrans" cxnId="{9EEAE549-0A35-4383-BDE1-793DB2888793}">
      <dgm:prSet/>
      <dgm:spPr/>
      <dgm:t>
        <a:bodyPr/>
        <a:lstStyle/>
        <a:p>
          <a:endParaRPr lang="en-IN"/>
        </a:p>
      </dgm:t>
    </dgm:pt>
    <dgm:pt modelId="{61BE2E4B-EEF6-4604-AC8A-F9575636A1E1}">
      <dgm:prSet/>
      <dgm:spPr/>
      <dgm:t>
        <a:bodyPr/>
        <a:lstStyle/>
        <a:p>
          <a:r>
            <a:rPr lang="en-IN"/>
            <a:t>✔ Provide grounded answers with citations</a:t>
          </a:r>
        </a:p>
      </dgm:t>
    </dgm:pt>
    <dgm:pt modelId="{1C9E4DFD-9EC1-4EE2-B17B-3DB45FE36C9E}" type="parTrans" cxnId="{1364D5C2-C642-48A1-9BB1-DD1614E5B95D}">
      <dgm:prSet/>
      <dgm:spPr/>
      <dgm:t>
        <a:bodyPr/>
        <a:lstStyle/>
        <a:p>
          <a:endParaRPr lang="en-IN"/>
        </a:p>
      </dgm:t>
    </dgm:pt>
    <dgm:pt modelId="{3F020081-35B7-4C8C-BCFE-CF38F225902A}" type="sibTrans" cxnId="{1364D5C2-C642-48A1-9BB1-DD1614E5B95D}">
      <dgm:prSet/>
      <dgm:spPr/>
      <dgm:t>
        <a:bodyPr/>
        <a:lstStyle/>
        <a:p>
          <a:endParaRPr lang="en-IN"/>
        </a:p>
      </dgm:t>
    </dgm:pt>
    <dgm:pt modelId="{40B96C31-0EE0-42E8-8C9C-874863DA4757}" type="pres">
      <dgm:prSet presAssocID="{610BAD59-9191-4DB7-A210-C01FD80B2FA8}" presName="Name0" presStyleCnt="0">
        <dgm:presLayoutVars>
          <dgm:dir/>
          <dgm:resizeHandles val="exact"/>
        </dgm:presLayoutVars>
      </dgm:prSet>
      <dgm:spPr/>
    </dgm:pt>
    <dgm:pt modelId="{3FA8C541-10CE-47C4-BF97-A53F977044BB}" type="pres">
      <dgm:prSet presAssocID="{610BAD59-9191-4DB7-A210-C01FD80B2FA8}" presName="arrow" presStyleLbl="bgShp" presStyleIdx="0" presStyleCnt="1"/>
      <dgm:spPr/>
    </dgm:pt>
    <dgm:pt modelId="{DA19A86F-57CB-471C-BFA4-98088CD0D125}" type="pres">
      <dgm:prSet presAssocID="{610BAD59-9191-4DB7-A210-C01FD80B2FA8}" presName="points" presStyleCnt="0"/>
      <dgm:spPr/>
    </dgm:pt>
    <dgm:pt modelId="{D9938F7A-AE3D-41BF-8EF9-862AB2B3CDF4}" type="pres">
      <dgm:prSet presAssocID="{786553AF-57B1-439D-9EF4-270E78235778}" presName="compositeA" presStyleCnt="0"/>
      <dgm:spPr/>
    </dgm:pt>
    <dgm:pt modelId="{F408D88D-6A62-48C6-B850-18B81FAC1D0B}" type="pres">
      <dgm:prSet presAssocID="{786553AF-57B1-439D-9EF4-270E78235778}" presName="textA" presStyleLbl="revTx" presStyleIdx="0" presStyleCnt="6">
        <dgm:presLayoutVars>
          <dgm:bulletEnabled val="1"/>
        </dgm:presLayoutVars>
      </dgm:prSet>
      <dgm:spPr/>
    </dgm:pt>
    <dgm:pt modelId="{D5A845EB-9173-47E3-83BC-0C991913C465}" type="pres">
      <dgm:prSet presAssocID="{786553AF-57B1-439D-9EF4-270E78235778}" presName="circleA" presStyleLbl="node1" presStyleIdx="0" presStyleCnt="6"/>
      <dgm:spPr/>
    </dgm:pt>
    <dgm:pt modelId="{3F3260B7-EA00-4914-A1B6-877FD165905B}" type="pres">
      <dgm:prSet presAssocID="{786553AF-57B1-439D-9EF4-270E78235778}" presName="spaceA" presStyleCnt="0"/>
      <dgm:spPr/>
    </dgm:pt>
    <dgm:pt modelId="{6A106745-8BF7-4F25-97F5-823F2815393D}" type="pres">
      <dgm:prSet presAssocID="{BD88CF60-F0B9-40BE-A4DB-9478EF430B8C}" presName="space" presStyleCnt="0"/>
      <dgm:spPr/>
    </dgm:pt>
    <dgm:pt modelId="{A705B7AB-E96A-44ED-AC42-A1CE138688A1}" type="pres">
      <dgm:prSet presAssocID="{7808346F-BF44-43D2-B41F-BE1CF7411519}" presName="compositeB" presStyleCnt="0"/>
      <dgm:spPr/>
    </dgm:pt>
    <dgm:pt modelId="{B2381529-FB60-4938-AA5D-C1426E9D2D88}" type="pres">
      <dgm:prSet presAssocID="{7808346F-BF44-43D2-B41F-BE1CF7411519}" presName="textB" presStyleLbl="revTx" presStyleIdx="1" presStyleCnt="6">
        <dgm:presLayoutVars>
          <dgm:bulletEnabled val="1"/>
        </dgm:presLayoutVars>
      </dgm:prSet>
      <dgm:spPr/>
    </dgm:pt>
    <dgm:pt modelId="{6F1CB143-2336-4632-9362-E3BB2B6809A6}" type="pres">
      <dgm:prSet presAssocID="{7808346F-BF44-43D2-B41F-BE1CF7411519}" presName="circleB" presStyleLbl="node1" presStyleIdx="1" presStyleCnt="6"/>
      <dgm:spPr/>
    </dgm:pt>
    <dgm:pt modelId="{C22CA014-988B-45A4-AD04-5DE7CB7AB219}" type="pres">
      <dgm:prSet presAssocID="{7808346F-BF44-43D2-B41F-BE1CF7411519}" presName="spaceB" presStyleCnt="0"/>
      <dgm:spPr/>
    </dgm:pt>
    <dgm:pt modelId="{E5217201-3906-48B4-983F-DE999EE310F2}" type="pres">
      <dgm:prSet presAssocID="{74D47D4D-B3FF-4F46-90F6-9FF4036CB12F}" presName="space" presStyleCnt="0"/>
      <dgm:spPr/>
    </dgm:pt>
    <dgm:pt modelId="{2652D13E-E9CB-4ECA-8EA8-6037FE131AB5}" type="pres">
      <dgm:prSet presAssocID="{9ABD3CA7-FB7D-4048-87BE-B45346932FCD}" presName="compositeA" presStyleCnt="0"/>
      <dgm:spPr/>
    </dgm:pt>
    <dgm:pt modelId="{8058B565-10F4-426A-AC9E-A274FE2787E8}" type="pres">
      <dgm:prSet presAssocID="{9ABD3CA7-FB7D-4048-87BE-B45346932FCD}" presName="textA" presStyleLbl="revTx" presStyleIdx="2" presStyleCnt="6">
        <dgm:presLayoutVars>
          <dgm:bulletEnabled val="1"/>
        </dgm:presLayoutVars>
      </dgm:prSet>
      <dgm:spPr/>
    </dgm:pt>
    <dgm:pt modelId="{D1830F2C-7558-4DDD-A0A0-DFCBADACC5CB}" type="pres">
      <dgm:prSet presAssocID="{9ABD3CA7-FB7D-4048-87BE-B45346932FCD}" presName="circleA" presStyleLbl="node1" presStyleIdx="2" presStyleCnt="6"/>
      <dgm:spPr/>
    </dgm:pt>
    <dgm:pt modelId="{372014A4-BC23-4C86-B945-85726F7D1215}" type="pres">
      <dgm:prSet presAssocID="{9ABD3CA7-FB7D-4048-87BE-B45346932FCD}" presName="spaceA" presStyleCnt="0"/>
      <dgm:spPr/>
    </dgm:pt>
    <dgm:pt modelId="{5D740F7A-4FE5-4CAD-977F-D0895B61C789}" type="pres">
      <dgm:prSet presAssocID="{07728499-BA5B-40CF-9F1C-961818C10E93}" presName="space" presStyleCnt="0"/>
      <dgm:spPr/>
    </dgm:pt>
    <dgm:pt modelId="{61DCD4BC-B28F-4CB7-97D6-0D6F461F9C6F}" type="pres">
      <dgm:prSet presAssocID="{58858255-25BE-4D02-8016-AFF8D7E77519}" presName="compositeB" presStyleCnt="0"/>
      <dgm:spPr/>
    </dgm:pt>
    <dgm:pt modelId="{ED9C096B-BBE4-40D2-947C-BC41334B3DDC}" type="pres">
      <dgm:prSet presAssocID="{58858255-25BE-4D02-8016-AFF8D7E77519}" presName="textB" presStyleLbl="revTx" presStyleIdx="3" presStyleCnt="6">
        <dgm:presLayoutVars>
          <dgm:bulletEnabled val="1"/>
        </dgm:presLayoutVars>
      </dgm:prSet>
      <dgm:spPr/>
    </dgm:pt>
    <dgm:pt modelId="{B1A067EB-5404-4829-83C1-E0350764F770}" type="pres">
      <dgm:prSet presAssocID="{58858255-25BE-4D02-8016-AFF8D7E77519}" presName="circleB" presStyleLbl="node1" presStyleIdx="3" presStyleCnt="6"/>
      <dgm:spPr/>
    </dgm:pt>
    <dgm:pt modelId="{0FCA196F-0F8C-4678-88BD-017B9F04CEB5}" type="pres">
      <dgm:prSet presAssocID="{58858255-25BE-4D02-8016-AFF8D7E77519}" presName="spaceB" presStyleCnt="0"/>
      <dgm:spPr/>
    </dgm:pt>
    <dgm:pt modelId="{6D5494B4-B1DA-41C7-A471-27720951DC1B}" type="pres">
      <dgm:prSet presAssocID="{2F9BA562-09DC-4F51-A7E8-4406831BA3DA}" presName="space" presStyleCnt="0"/>
      <dgm:spPr/>
    </dgm:pt>
    <dgm:pt modelId="{34E5B64A-4A55-48A4-9CC8-B633A81D950E}" type="pres">
      <dgm:prSet presAssocID="{8CC6187B-2738-42E9-BC85-9EDB9BD4679E}" presName="compositeA" presStyleCnt="0"/>
      <dgm:spPr/>
    </dgm:pt>
    <dgm:pt modelId="{7353D48D-6EFC-473F-B54B-B06A803AC30F}" type="pres">
      <dgm:prSet presAssocID="{8CC6187B-2738-42E9-BC85-9EDB9BD4679E}" presName="textA" presStyleLbl="revTx" presStyleIdx="4" presStyleCnt="6">
        <dgm:presLayoutVars>
          <dgm:bulletEnabled val="1"/>
        </dgm:presLayoutVars>
      </dgm:prSet>
      <dgm:spPr/>
    </dgm:pt>
    <dgm:pt modelId="{C15D7226-06AD-4DC8-800A-AA7547FBE8A9}" type="pres">
      <dgm:prSet presAssocID="{8CC6187B-2738-42E9-BC85-9EDB9BD4679E}" presName="circleA" presStyleLbl="node1" presStyleIdx="4" presStyleCnt="6"/>
      <dgm:spPr/>
    </dgm:pt>
    <dgm:pt modelId="{8BADBCF3-665C-450D-9591-9AB9EA3004D8}" type="pres">
      <dgm:prSet presAssocID="{8CC6187B-2738-42E9-BC85-9EDB9BD4679E}" presName="spaceA" presStyleCnt="0"/>
      <dgm:spPr/>
    </dgm:pt>
    <dgm:pt modelId="{D546EC23-6D0F-42C1-9D9A-A057B8F11070}" type="pres">
      <dgm:prSet presAssocID="{50BCFB36-572F-488C-BF08-3351E850184E}" presName="space" presStyleCnt="0"/>
      <dgm:spPr/>
    </dgm:pt>
    <dgm:pt modelId="{DC220F75-9AC3-4A6C-9979-231850C3E6F9}" type="pres">
      <dgm:prSet presAssocID="{61BE2E4B-EEF6-4604-AC8A-F9575636A1E1}" presName="compositeB" presStyleCnt="0"/>
      <dgm:spPr/>
    </dgm:pt>
    <dgm:pt modelId="{43F55AB1-A8E9-4569-9240-F1206A52F4F2}" type="pres">
      <dgm:prSet presAssocID="{61BE2E4B-EEF6-4604-AC8A-F9575636A1E1}" presName="textB" presStyleLbl="revTx" presStyleIdx="5" presStyleCnt="6">
        <dgm:presLayoutVars>
          <dgm:bulletEnabled val="1"/>
        </dgm:presLayoutVars>
      </dgm:prSet>
      <dgm:spPr/>
    </dgm:pt>
    <dgm:pt modelId="{0230F4DE-BD6F-4D44-81A6-1A6D73ADA9EF}" type="pres">
      <dgm:prSet presAssocID="{61BE2E4B-EEF6-4604-AC8A-F9575636A1E1}" presName="circleB" presStyleLbl="node1" presStyleIdx="5" presStyleCnt="6"/>
      <dgm:spPr/>
    </dgm:pt>
    <dgm:pt modelId="{009E5795-1D00-48A0-8F1E-995C30E652E0}" type="pres">
      <dgm:prSet presAssocID="{61BE2E4B-EEF6-4604-AC8A-F9575636A1E1}" presName="spaceB" presStyleCnt="0"/>
      <dgm:spPr/>
    </dgm:pt>
  </dgm:ptLst>
  <dgm:cxnLst>
    <dgm:cxn modelId="{9871A017-5A5A-4A61-A84B-4E1C1D4BED39}" srcId="{610BAD59-9191-4DB7-A210-C01FD80B2FA8}" destId="{9ABD3CA7-FB7D-4048-87BE-B45346932FCD}" srcOrd="2" destOrd="0" parTransId="{A1B99C8E-DE7E-4436-AAE9-5DF0F705434D}" sibTransId="{07728499-BA5B-40CF-9F1C-961818C10E93}"/>
    <dgm:cxn modelId="{3F564923-2C97-49B2-8356-C3989FDFC3FB}" type="presOf" srcId="{61BE2E4B-EEF6-4604-AC8A-F9575636A1E1}" destId="{43F55AB1-A8E9-4569-9240-F1206A52F4F2}" srcOrd="0" destOrd="0" presId="urn:microsoft.com/office/officeart/2005/8/layout/hProcess11"/>
    <dgm:cxn modelId="{6AC05429-7ACA-45C1-889D-CAFCD1A90217}" type="presOf" srcId="{610BAD59-9191-4DB7-A210-C01FD80B2FA8}" destId="{40B96C31-0EE0-42E8-8C9C-874863DA4757}" srcOrd="0" destOrd="0" presId="urn:microsoft.com/office/officeart/2005/8/layout/hProcess11"/>
    <dgm:cxn modelId="{16254D5E-716A-452D-8747-F992BE25C3E3}" srcId="{610BAD59-9191-4DB7-A210-C01FD80B2FA8}" destId="{786553AF-57B1-439D-9EF4-270E78235778}" srcOrd="0" destOrd="0" parTransId="{A9B05E74-043E-4022-B7D0-682F6957B59C}" sibTransId="{BD88CF60-F0B9-40BE-A4DB-9478EF430B8C}"/>
    <dgm:cxn modelId="{84643C64-5826-4FE1-B853-5CC441994D4F}" type="presOf" srcId="{7808346F-BF44-43D2-B41F-BE1CF7411519}" destId="{B2381529-FB60-4938-AA5D-C1426E9D2D88}" srcOrd="0" destOrd="0" presId="urn:microsoft.com/office/officeart/2005/8/layout/hProcess11"/>
    <dgm:cxn modelId="{90E5C248-FC86-4A86-BE1F-7E46B7116197}" type="presOf" srcId="{9ABD3CA7-FB7D-4048-87BE-B45346932FCD}" destId="{8058B565-10F4-426A-AC9E-A274FE2787E8}" srcOrd="0" destOrd="0" presId="urn:microsoft.com/office/officeart/2005/8/layout/hProcess11"/>
    <dgm:cxn modelId="{9EEAE549-0A35-4383-BDE1-793DB2888793}" srcId="{610BAD59-9191-4DB7-A210-C01FD80B2FA8}" destId="{8CC6187B-2738-42E9-BC85-9EDB9BD4679E}" srcOrd="4" destOrd="0" parTransId="{367B013C-4FCA-4662-8142-E42F2CCFC150}" sibTransId="{50BCFB36-572F-488C-BF08-3351E850184E}"/>
    <dgm:cxn modelId="{4EC72D9E-CF2E-495C-AF60-BDF4C6656142}" type="presOf" srcId="{8CC6187B-2738-42E9-BC85-9EDB9BD4679E}" destId="{7353D48D-6EFC-473F-B54B-B06A803AC30F}" srcOrd="0" destOrd="0" presId="urn:microsoft.com/office/officeart/2005/8/layout/hProcess11"/>
    <dgm:cxn modelId="{0782DAB0-B1A8-4D27-BC6B-FF6DAD167A8C}" srcId="{610BAD59-9191-4DB7-A210-C01FD80B2FA8}" destId="{7808346F-BF44-43D2-B41F-BE1CF7411519}" srcOrd="1" destOrd="0" parTransId="{BC356F25-CA9E-4951-BA5E-DA2C9B2BB8F9}" sibTransId="{74D47D4D-B3FF-4F46-90F6-9FF4036CB12F}"/>
    <dgm:cxn modelId="{1364D5C2-C642-48A1-9BB1-DD1614E5B95D}" srcId="{610BAD59-9191-4DB7-A210-C01FD80B2FA8}" destId="{61BE2E4B-EEF6-4604-AC8A-F9575636A1E1}" srcOrd="5" destOrd="0" parTransId="{1C9E4DFD-9EC1-4EE2-B17B-3DB45FE36C9E}" sibTransId="{3F020081-35B7-4C8C-BCFE-CF38F225902A}"/>
    <dgm:cxn modelId="{143BD1E3-CD04-4E3F-8905-68BFE4F7C5C4}" type="presOf" srcId="{58858255-25BE-4D02-8016-AFF8D7E77519}" destId="{ED9C096B-BBE4-40D2-947C-BC41334B3DDC}" srcOrd="0" destOrd="0" presId="urn:microsoft.com/office/officeart/2005/8/layout/hProcess11"/>
    <dgm:cxn modelId="{A69410E9-9146-4F0D-A6CD-3ABC075D03F9}" srcId="{610BAD59-9191-4DB7-A210-C01FD80B2FA8}" destId="{58858255-25BE-4D02-8016-AFF8D7E77519}" srcOrd="3" destOrd="0" parTransId="{73B159D0-EBD5-4DBF-B642-69E007DEA223}" sibTransId="{2F9BA562-09DC-4F51-A7E8-4406831BA3DA}"/>
    <dgm:cxn modelId="{D8A7D1FC-522A-4942-9239-128DEF406443}" type="presOf" srcId="{786553AF-57B1-439D-9EF4-270E78235778}" destId="{F408D88D-6A62-48C6-B850-18B81FAC1D0B}" srcOrd="0" destOrd="0" presId="urn:microsoft.com/office/officeart/2005/8/layout/hProcess11"/>
    <dgm:cxn modelId="{42EF810B-C07C-48EB-AA38-189676465CCF}" type="presParOf" srcId="{40B96C31-0EE0-42E8-8C9C-874863DA4757}" destId="{3FA8C541-10CE-47C4-BF97-A53F977044BB}" srcOrd="0" destOrd="0" presId="urn:microsoft.com/office/officeart/2005/8/layout/hProcess11"/>
    <dgm:cxn modelId="{B2DEE623-8762-45F3-B18B-4E9F313F9515}" type="presParOf" srcId="{40B96C31-0EE0-42E8-8C9C-874863DA4757}" destId="{DA19A86F-57CB-471C-BFA4-98088CD0D125}" srcOrd="1" destOrd="0" presId="urn:microsoft.com/office/officeart/2005/8/layout/hProcess11"/>
    <dgm:cxn modelId="{24704FD2-21C6-48B5-91A4-0A8B0929D5D1}" type="presParOf" srcId="{DA19A86F-57CB-471C-BFA4-98088CD0D125}" destId="{D9938F7A-AE3D-41BF-8EF9-862AB2B3CDF4}" srcOrd="0" destOrd="0" presId="urn:microsoft.com/office/officeart/2005/8/layout/hProcess11"/>
    <dgm:cxn modelId="{CE2649D4-8CAA-43CB-BC7A-05EF9C93D77B}" type="presParOf" srcId="{D9938F7A-AE3D-41BF-8EF9-862AB2B3CDF4}" destId="{F408D88D-6A62-48C6-B850-18B81FAC1D0B}" srcOrd="0" destOrd="0" presId="urn:microsoft.com/office/officeart/2005/8/layout/hProcess11"/>
    <dgm:cxn modelId="{EC7F2D61-F549-4975-9F5F-0F7032D3240A}" type="presParOf" srcId="{D9938F7A-AE3D-41BF-8EF9-862AB2B3CDF4}" destId="{D5A845EB-9173-47E3-83BC-0C991913C465}" srcOrd="1" destOrd="0" presId="urn:microsoft.com/office/officeart/2005/8/layout/hProcess11"/>
    <dgm:cxn modelId="{666B8589-55E5-4914-ABB6-9FABA17169C4}" type="presParOf" srcId="{D9938F7A-AE3D-41BF-8EF9-862AB2B3CDF4}" destId="{3F3260B7-EA00-4914-A1B6-877FD165905B}" srcOrd="2" destOrd="0" presId="urn:microsoft.com/office/officeart/2005/8/layout/hProcess11"/>
    <dgm:cxn modelId="{C897B745-BA1D-45A0-A8E4-E7488ED4328C}" type="presParOf" srcId="{DA19A86F-57CB-471C-BFA4-98088CD0D125}" destId="{6A106745-8BF7-4F25-97F5-823F2815393D}" srcOrd="1" destOrd="0" presId="urn:microsoft.com/office/officeart/2005/8/layout/hProcess11"/>
    <dgm:cxn modelId="{DBAEC68A-3E53-4EBE-A7D5-BBDBF6E4F869}" type="presParOf" srcId="{DA19A86F-57CB-471C-BFA4-98088CD0D125}" destId="{A705B7AB-E96A-44ED-AC42-A1CE138688A1}" srcOrd="2" destOrd="0" presId="urn:microsoft.com/office/officeart/2005/8/layout/hProcess11"/>
    <dgm:cxn modelId="{E4CE0FA8-575C-4759-8DB3-0B4CC01791B9}" type="presParOf" srcId="{A705B7AB-E96A-44ED-AC42-A1CE138688A1}" destId="{B2381529-FB60-4938-AA5D-C1426E9D2D88}" srcOrd="0" destOrd="0" presId="urn:microsoft.com/office/officeart/2005/8/layout/hProcess11"/>
    <dgm:cxn modelId="{F5F92BF9-14CB-4202-B34B-2A26FB6C45F1}" type="presParOf" srcId="{A705B7AB-E96A-44ED-AC42-A1CE138688A1}" destId="{6F1CB143-2336-4632-9362-E3BB2B6809A6}" srcOrd="1" destOrd="0" presId="urn:microsoft.com/office/officeart/2005/8/layout/hProcess11"/>
    <dgm:cxn modelId="{1ECD312A-9C6A-460A-8FE6-074AA44B0FC1}" type="presParOf" srcId="{A705B7AB-E96A-44ED-AC42-A1CE138688A1}" destId="{C22CA014-988B-45A4-AD04-5DE7CB7AB219}" srcOrd="2" destOrd="0" presId="urn:microsoft.com/office/officeart/2005/8/layout/hProcess11"/>
    <dgm:cxn modelId="{6EBEAF26-A64E-427A-A25F-EC3F0758DC0D}" type="presParOf" srcId="{DA19A86F-57CB-471C-BFA4-98088CD0D125}" destId="{E5217201-3906-48B4-983F-DE999EE310F2}" srcOrd="3" destOrd="0" presId="urn:microsoft.com/office/officeart/2005/8/layout/hProcess11"/>
    <dgm:cxn modelId="{742AC076-D730-4C00-B848-6D1A18BDEE86}" type="presParOf" srcId="{DA19A86F-57CB-471C-BFA4-98088CD0D125}" destId="{2652D13E-E9CB-4ECA-8EA8-6037FE131AB5}" srcOrd="4" destOrd="0" presId="urn:microsoft.com/office/officeart/2005/8/layout/hProcess11"/>
    <dgm:cxn modelId="{79CB1B60-2E6A-4E3C-B260-0F81C79DF547}" type="presParOf" srcId="{2652D13E-E9CB-4ECA-8EA8-6037FE131AB5}" destId="{8058B565-10F4-426A-AC9E-A274FE2787E8}" srcOrd="0" destOrd="0" presId="urn:microsoft.com/office/officeart/2005/8/layout/hProcess11"/>
    <dgm:cxn modelId="{8299D59F-D7BC-4450-BD72-FFBF9EDDA81E}" type="presParOf" srcId="{2652D13E-E9CB-4ECA-8EA8-6037FE131AB5}" destId="{D1830F2C-7558-4DDD-A0A0-DFCBADACC5CB}" srcOrd="1" destOrd="0" presId="urn:microsoft.com/office/officeart/2005/8/layout/hProcess11"/>
    <dgm:cxn modelId="{6E579377-1D20-4551-9715-F6C7C19637A7}" type="presParOf" srcId="{2652D13E-E9CB-4ECA-8EA8-6037FE131AB5}" destId="{372014A4-BC23-4C86-B945-85726F7D1215}" srcOrd="2" destOrd="0" presId="urn:microsoft.com/office/officeart/2005/8/layout/hProcess11"/>
    <dgm:cxn modelId="{0FB79184-B4E6-43FB-A920-FF4ADDC96F50}" type="presParOf" srcId="{DA19A86F-57CB-471C-BFA4-98088CD0D125}" destId="{5D740F7A-4FE5-4CAD-977F-D0895B61C789}" srcOrd="5" destOrd="0" presId="urn:microsoft.com/office/officeart/2005/8/layout/hProcess11"/>
    <dgm:cxn modelId="{A886FE68-6357-4C37-B8D9-7BD0EBF0F506}" type="presParOf" srcId="{DA19A86F-57CB-471C-BFA4-98088CD0D125}" destId="{61DCD4BC-B28F-4CB7-97D6-0D6F461F9C6F}" srcOrd="6" destOrd="0" presId="urn:microsoft.com/office/officeart/2005/8/layout/hProcess11"/>
    <dgm:cxn modelId="{83A84318-2BA7-465C-BF60-972E5A0F9B67}" type="presParOf" srcId="{61DCD4BC-B28F-4CB7-97D6-0D6F461F9C6F}" destId="{ED9C096B-BBE4-40D2-947C-BC41334B3DDC}" srcOrd="0" destOrd="0" presId="urn:microsoft.com/office/officeart/2005/8/layout/hProcess11"/>
    <dgm:cxn modelId="{BB72FCF3-43CE-4D89-B9C7-6EAFC0E1511A}" type="presParOf" srcId="{61DCD4BC-B28F-4CB7-97D6-0D6F461F9C6F}" destId="{B1A067EB-5404-4829-83C1-E0350764F770}" srcOrd="1" destOrd="0" presId="urn:microsoft.com/office/officeart/2005/8/layout/hProcess11"/>
    <dgm:cxn modelId="{C75D591A-CDC1-423B-83F6-E645014F9470}" type="presParOf" srcId="{61DCD4BC-B28F-4CB7-97D6-0D6F461F9C6F}" destId="{0FCA196F-0F8C-4678-88BD-017B9F04CEB5}" srcOrd="2" destOrd="0" presId="urn:microsoft.com/office/officeart/2005/8/layout/hProcess11"/>
    <dgm:cxn modelId="{0BA96F03-322E-46D8-B233-1FBC461ED10F}" type="presParOf" srcId="{DA19A86F-57CB-471C-BFA4-98088CD0D125}" destId="{6D5494B4-B1DA-41C7-A471-27720951DC1B}" srcOrd="7" destOrd="0" presId="urn:microsoft.com/office/officeart/2005/8/layout/hProcess11"/>
    <dgm:cxn modelId="{29890417-4D1D-49A4-938A-CA0922E5D45A}" type="presParOf" srcId="{DA19A86F-57CB-471C-BFA4-98088CD0D125}" destId="{34E5B64A-4A55-48A4-9CC8-B633A81D950E}" srcOrd="8" destOrd="0" presId="urn:microsoft.com/office/officeart/2005/8/layout/hProcess11"/>
    <dgm:cxn modelId="{6C5995FA-4AEB-4832-978F-23003733C975}" type="presParOf" srcId="{34E5B64A-4A55-48A4-9CC8-B633A81D950E}" destId="{7353D48D-6EFC-473F-B54B-B06A803AC30F}" srcOrd="0" destOrd="0" presId="urn:microsoft.com/office/officeart/2005/8/layout/hProcess11"/>
    <dgm:cxn modelId="{F7488168-837B-42D4-BEA0-A94474FA6F0A}" type="presParOf" srcId="{34E5B64A-4A55-48A4-9CC8-B633A81D950E}" destId="{C15D7226-06AD-4DC8-800A-AA7547FBE8A9}" srcOrd="1" destOrd="0" presId="urn:microsoft.com/office/officeart/2005/8/layout/hProcess11"/>
    <dgm:cxn modelId="{0BFC46AF-0627-4F28-81EC-7343D48B9455}" type="presParOf" srcId="{34E5B64A-4A55-48A4-9CC8-B633A81D950E}" destId="{8BADBCF3-665C-450D-9591-9AB9EA3004D8}" srcOrd="2" destOrd="0" presId="urn:microsoft.com/office/officeart/2005/8/layout/hProcess11"/>
    <dgm:cxn modelId="{B2EADE0A-3250-4F7D-B458-E0473BE21B8C}" type="presParOf" srcId="{DA19A86F-57CB-471C-BFA4-98088CD0D125}" destId="{D546EC23-6D0F-42C1-9D9A-A057B8F11070}" srcOrd="9" destOrd="0" presId="urn:microsoft.com/office/officeart/2005/8/layout/hProcess11"/>
    <dgm:cxn modelId="{1ED0E056-E024-4F35-9D32-88DBE39D2224}" type="presParOf" srcId="{DA19A86F-57CB-471C-BFA4-98088CD0D125}" destId="{DC220F75-9AC3-4A6C-9979-231850C3E6F9}" srcOrd="10" destOrd="0" presId="urn:microsoft.com/office/officeart/2005/8/layout/hProcess11"/>
    <dgm:cxn modelId="{423870D0-2446-4F06-92BF-2DE17E3F87AA}" type="presParOf" srcId="{DC220F75-9AC3-4A6C-9979-231850C3E6F9}" destId="{43F55AB1-A8E9-4569-9240-F1206A52F4F2}" srcOrd="0" destOrd="0" presId="urn:microsoft.com/office/officeart/2005/8/layout/hProcess11"/>
    <dgm:cxn modelId="{9C15C22C-8F78-4F8A-ABDA-B85FEE15872B}" type="presParOf" srcId="{DC220F75-9AC3-4A6C-9979-231850C3E6F9}" destId="{0230F4DE-BD6F-4D44-81A6-1A6D73ADA9EF}" srcOrd="1" destOrd="0" presId="urn:microsoft.com/office/officeart/2005/8/layout/hProcess11"/>
    <dgm:cxn modelId="{A2A52FBB-1BD6-4E39-B7B6-15CD43CECAF3}" type="presParOf" srcId="{DC220F75-9AC3-4A6C-9979-231850C3E6F9}" destId="{009E5795-1D00-48A0-8F1E-995C30E652E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5549EA-13C6-4D11-B387-7818EB38DA3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1775001-275F-48E3-8719-E7EDC3D0B88B}">
      <dgm:prSet/>
      <dgm:spPr/>
      <dgm:t>
        <a:bodyPr/>
        <a:lstStyle/>
        <a:p>
          <a:r>
            <a:rPr lang="en-IN" dirty="0"/>
            <a:t>System:  You are an empathetic medical AI. Never diagnose. Always disclaim.</a:t>
          </a:r>
        </a:p>
      </dgm:t>
    </dgm:pt>
    <dgm:pt modelId="{D316844F-711E-488E-85F9-43504E83289B}" type="parTrans" cxnId="{74ACAD88-A60F-4754-B1A5-A3316861CA02}">
      <dgm:prSet/>
      <dgm:spPr/>
      <dgm:t>
        <a:bodyPr/>
        <a:lstStyle/>
        <a:p>
          <a:endParaRPr lang="en-IN"/>
        </a:p>
      </dgm:t>
    </dgm:pt>
    <dgm:pt modelId="{06D01CE4-3F5E-47BB-9C16-FE7DAA8A244F}" type="sibTrans" cxnId="{74ACAD88-A60F-4754-B1A5-A3316861CA02}">
      <dgm:prSet/>
      <dgm:spPr/>
      <dgm:t>
        <a:bodyPr/>
        <a:lstStyle/>
        <a:p>
          <a:endParaRPr lang="en-IN"/>
        </a:p>
      </dgm:t>
    </dgm:pt>
    <dgm:pt modelId="{B7E129EF-CC03-4E87-A27E-2D0CB6F91EC8}">
      <dgm:prSet/>
      <dgm:spPr/>
      <dgm:t>
        <a:bodyPr/>
        <a:lstStyle/>
        <a:p>
          <a:r>
            <a:rPr lang="en-IN"/>
            <a:t>Context 1 — Patient's Report: [top 3 semantically similar chunks from the uploaded report]</a:t>
          </a:r>
          <a:endParaRPr lang="en-IN" dirty="0"/>
        </a:p>
      </dgm:t>
    </dgm:pt>
    <dgm:pt modelId="{D25A07C8-4915-4671-B1EA-4063ED3BBE9C}" type="parTrans" cxnId="{996AECB1-9D3F-4788-AD9D-476F6A6093B4}">
      <dgm:prSet/>
      <dgm:spPr/>
      <dgm:t>
        <a:bodyPr/>
        <a:lstStyle/>
        <a:p>
          <a:endParaRPr lang="en-IN"/>
        </a:p>
      </dgm:t>
    </dgm:pt>
    <dgm:pt modelId="{EF1D8F20-541A-4762-ACF8-442292378E44}" type="sibTrans" cxnId="{996AECB1-9D3F-4788-AD9D-476F6A6093B4}">
      <dgm:prSet/>
      <dgm:spPr/>
      <dgm:t>
        <a:bodyPr/>
        <a:lstStyle/>
        <a:p>
          <a:endParaRPr lang="en-IN"/>
        </a:p>
      </dgm:t>
    </dgm:pt>
    <dgm:pt modelId="{679EB454-00E1-4DF0-A666-00429EFE76B0}">
      <dgm:prSet/>
      <dgm:spPr/>
      <dgm:t>
        <a:bodyPr/>
        <a:lstStyle/>
        <a:p>
          <a:r>
            <a:rPr lang="en-IN"/>
            <a:t>Context 2 — Clinical Guidelines: [top 3 semantically similar chunks from medical_kb.json]</a:t>
          </a:r>
          <a:endParaRPr lang="en-IN" dirty="0"/>
        </a:p>
      </dgm:t>
    </dgm:pt>
    <dgm:pt modelId="{193B4BA9-EFFF-400D-B8A8-30ADD82AC6C7}" type="parTrans" cxnId="{12BCDB86-DC53-452E-AAB4-734E53966830}">
      <dgm:prSet/>
      <dgm:spPr/>
      <dgm:t>
        <a:bodyPr/>
        <a:lstStyle/>
        <a:p>
          <a:endParaRPr lang="en-IN"/>
        </a:p>
      </dgm:t>
    </dgm:pt>
    <dgm:pt modelId="{A7DA35A7-DEB7-4B37-957A-BCB87F3D2C6E}" type="sibTrans" cxnId="{12BCDB86-DC53-452E-AAB4-734E53966830}">
      <dgm:prSet/>
      <dgm:spPr/>
      <dgm:t>
        <a:bodyPr/>
        <a:lstStyle/>
        <a:p>
          <a:endParaRPr lang="en-IN"/>
        </a:p>
      </dgm:t>
    </dgm:pt>
    <dgm:pt modelId="{E27F745F-7912-4073-99B1-E06554B53646}">
      <dgm:prSet/>
      <dgm:spPr/>
      <dgm:t>
        <a:bodyPr/>
        <a:lstStyle/>
        <a:p>
          <a:r>
            <a:rPr lang="en-IN" dirty="0"/>
            <a:t>Patient Question:  [user's query]</a:t>
          </a:r>
        </a:p>
      </dgm:t>
    </dgm:pt>
    <dgm:pt modelId="{6F368023-E37D-4815-B469-349D20EEF900}" type="parTrans" cxnId="{124447FC-26F9-4D88-8322-6AE30FEA38EF}">
      <dgm:prSet/>
      <dgm:spPr/>
      <dgm:t>
        <a:bodyPr/>
        <a:lstStyle/>
        <a:p>
          <a:endParaRPr lang="en-IN"/>
        </a:p>
      </dgm:t>
    </dgm:pt>
    <dgm:pt modelId="{F38C2826-EBEA-4026-AF8D-B3DFBA04E498}" type="sibTrans" cxnId="{124447FC-26F9-4D88-8322-6AE30FEA38EF}">
      <dgm:prSet/>
      <dgm:spPr/>
      <dgm:t>
        <a:bodyPr/>
        <a:lstStyle/>
        <a:p>
          <a:endParaRPr lang="en-IN"/>
        </a:p>
      </dgm:t>
    </dgm:pt>
    <dgm:pt modelId="{2B7AE533-8C51-458D-8B31-C383125B3988}" type="pres">
      <dgm:prSet presAssocID="{775549EA-13C6-4D11-B387-7818EB38DA34}" presName="outerComposite" presStyleCnt="0">
        <dgm:presLayoutVars>
          <dgm:chMax val="5"/>
          <dgm:dir/>
          <dgm:resizeHandles val="exact"/>
        </dgm:presLayoutVars>
      </dgm:prSet>
      <dgm:spPr/>
    </dgm:pt>
    <dgm:pt modelId="{72CBEE1E-A64E-43C1-999C-6B5401055F30}" type="pres">
      <dgm:prSet presAssocID="{775549EA-13C6-4D11-B387-7818EB38DA34}" presName="dummyMaxCanvas" presStyleCnt="0">
        <dgm:presLayoutVars/>
      </dgm:prSet>
      <dgm:spPr/>
    </dgm:pt>
    <dgm:pt modelId="{25E0BBDC-15B1-4F48-8A9A-FA176E54E382}" type="pres">
      <dgm:prSet presAssocID="{775549EA-13C6-4D11-B387-7818EB38DA34}" presName="FourNodes_1" presStyleLbl="node1" presStyleIdx="0" presStyleCnt="4" custScaleX="116917">
        <dgm:presLayoutVars>
          <dgm:bulletEnabled val="1"/>
        </dgm:presLayoutVars>
      </dgm:prSet>
      <dgm:spPr/>
    </dgm:pt>
    <dgm:pt modelId="{E83212CF-9C17-42E8-8738-1CE74F72D0FC}" type="pres">
      <dgm:prSet presAssocID="{775549EA-13C6-4D11-B387-7818EB38DA34}" presName="FourNodes_2" presStyleLbl="node1" presStyleIdx="1" presStyleCnt="4" custScaleX="122063">
        <dgm:presLayoutVars>
          <dgm:bulletEnabled val="1"/>
        </dgm:presLayoutVars>
      </dgm:prSet>
      <dgm:spPr/>
    </dgm:pt>
    <dgm:pt modelId="{6185523D-52D0-457D-83BE-4DCBBB128DAA}" type="pres">
      <dgm:prSet presAssocID="{775549EA-13C6-4D11-B387-7818EB38DA34}" presName="FourNodes_3" presStyleLbl="node1" presStyleIdx="2" presStyleCnt="4" custScaleX="125000">
        <dgm:presLayoutVars>
          <dgm:bulletEnabled val="1"/>
        </dgm:presLayoutVars>
      </dgm:prSet>
      <dgm:spPr/>
    </dgm:pt>
    <dgm:pt modelId="{C57598AE-AFBC-4612-83BD-30E16A6C09BC}" type="pres">
      <dgm:prSet presAssocID="{775549EA-13C6-4D11-B387-7818EB38DA34}" presName="FourNodes_4" presStyleLbl="node1" presStyleIdx="3" presStyleCnt="4" custScaleX="125000">
        <dgm:presLayoutVars>
          <dgm:bulletEnabled val="1"/>
        </dgm:presLayoutVars>
      </dgm:prSet>
      <dgm:spPr/>
    </dgm:pt>
    <dgm:pt modelId="{BA64FD6E-FE39-4217-AA0A-A23080310792}" type="pres">
      <dgm:prSet presAssocID="{775549EA-13C6-4D11-B387-7818EB38DA34}" presName="FourConn_1-2" presStyleLbl="fgAccFollowNode1" presStyleIdx="0" presStyleCnt="3">
        <dgm:presLayoutVars>
          <dgm:bulletEnabled val="1"/>
        </dgm:presLayoutVars>
      </dgm:prSet>
      <dgm:spPr/>
    </dgm:pt>
    <dgm:pt modelId="{BB617EC0-5391-4F5F-92C8-D85A4065BB4C}" type="pres">
      <dgm:prSet presAssocID="{775549EA-13C6-4D11-B387-7818EB38DA34}" presName="FourConn_2-3" presStyleLbl="fgAccFollowNode1" presStyleIdx="1" presStyleCnt="3">
        <dgm:presLayoutVars>
          <dgm:bulletEnabled val="1"/>
        </dgm:presLayoutVars>
      </dgm:prSet>
      <dgm:spPr/>
    </dgm:pt>
    <dgm:pt modelId="{CA65D2D1-A6F1-4671-8F59-EE2C877EC0AE}" type="pres">
      <dgm:prSet presAssocID="{775549EA-13C6-4D11-B387-7818EB38DA34}" presName="FourConn_3-4" presStyleLbl="fgAccFollowNode1" presStyleIdx="2" presStyleCnt="3">
        <dgm:presLayoutVars>
          <dgm:bulletEnabled val="1"/>
        </dgm:presLayoutVars>
      </dgm:prSet>
      <dgm:spPr/>
    </dgm:pt>
    <dgm:pt modelId="{15425BD8-AF97-46C4-A04B-309A278C2314}" type="pres">
      <dgm:prSet presAssocID="{775549EA-13C6-4D11-B387-7818EB38DA34}" presName="FourNodes_1_text" presStyleLbl="node1" presStyleIdx="3" presStyleCnt="4">
        <dgm:presLayoutVars>
          <dgm:bulletEnabled val="1"/>
        </dgm:presLayoutVars>
      </dgm:prSet>
      <dgm:spPr/>
    </dgm:pt>
    <dgm:pt modelId="{6FAEB9CD-E7B0-4039-924B-151F8E25F453}" type="pres">
      <dgm:prSet presAssocID="{775549EA-13C6-4D11-B387-7818EB38DA34}" presName="FourNodes_2_text" presStyleLbl="node1" presStyleIdx="3" presStyleCnt="4">
        <dgm:presLayoutVars>
          <dgm:bulletEnabled val="1"/>
        </dgm:presLayoutVars>
      </dgm:prSet>
      <dgm:spPr/>
    </dgm:pt>
    <dgm:pt modelId="{450C02B8-D20E-49C7-888E-E6B40968AD3F}" type="pres">
      <dgm:prSet presAssocID="{775549EA-13C6-4D11-B387-7818EB38DA34}" presName="FourNodes_3_text" presStyleLbl="node1" presStyleIdx="3" presStyleCnt="4">
        <dgm:presLayoutVars>
          <dgm:bulletEnabled val="1"/>
        </dgm:presLayoutVars>
      </dgm:prSet>
      <dgm:spPr/>
    </dgm:pt>
    <dgm:pt modelId="{6E9F60C5-2E10-4581-B2E0-9B047AF37C23}" type="pres">
      <dgm:prSet presAssocID="{775549EA-13C6-4D11-B387-7818EB38DA3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8294410-943C-4019-9F07-4B5039683842}" type="presOf" srcId="{679EB454-00E1-4DF0-A666-00429EFE76B0}" destId="{450C02B8-D20E-49C7-888E-E6B40968AD3F}" srcOrd="1" destOrd="0" presId="urn:microsoft.com/office/officeart/2005/8/layout/vProcess5"/>
    <dgm:cxn modelId="{3A0F0019-B7AC-4F26-8B87-6D4EFDA760C4}" type="presOf" srcId="{E27F745F-7912-4073-99B1-E06554B53646}" destId="{6E9F60C5-2E10-4581-B2E0-9B047AF37C23}" srcOrd="1" destOrd="0" presId="urn:microsoft.com/office/officeart/2005/8/layout/vProcess5"/>
    <dgm:cxn modelId="{0BA4375C-5C5A-4851-BF3F-F06E319DABD5}" type="presOf" srcId="{E27F745F-7912-4073-99B1-E06554B53646}" destId="{C57598AE-AFBC-4612-83BD-30E16A6C09BC}" srcOrd="0" destOrd="0" presId="urn:microsoft.com/office/officeart/2005/8/layout/vProcess5"/>
    <dgm:cxn modelId="{4B8A7268-5995-4189-B70F-FDDB74B5D3FF}" type="presOf" srcId="{B7E129EF-CC03-4E87-A27E-2D0CB6F91EC8}" destId="{6FAEB9CD-E7B0-4039-924B-151F8E25F453}" srcOrd="1" destOrd="0" presId="urn:microsoft.com/office/officeart/2005/8/layout/vProcess5"/>
    <dgm:cxn modelId="{DED4756B-45C1-4C9C-A86C-2CFF85A9999C}" type="presOf" srcId="{A7DA35A7-DEB7-4B37-957A-BCB87F3D2C6E}" destId="{CA65D2D1-A6F1-4671-8F59-EE2C877EC0AE}" srcOrd="0" destOrd="0" presId="urn:microsoft.com/office/officeart/2005/8/layout/vProcess5"/>
    <dgm:cxn modelId="{FDF3DF6B-C9F2-4032-A8C3-B0548DF2CE1A}" type="presOf" srcId="{EF1D8F20-541A-4762-ACF8-442292378E44}" destId="{BB617EC0-5391-4F5F-92C8-D85A4065BB4C}" srcOrd="0" destOrd="0" presId="urn:microsoft.com/office/officeart/2005/8/layout/vProcess5"/>
    <dgm:cxn modelId="{496C8752-33C2-42C6-B9ED-7346C5297689}" type="presOf" srcId="{B7E129EF-CC03-4E87-A27E-2D0CB6F91EC8}" destId="{E83212CF-9C17-42E8-8738-1CE74F72D0FC}" srcOrd="0" destOrd="0" presId="urn:microsoft.com/office/officeart/2005/8/layout/vProcess5"/>
    <dgm:cxn modelId="{67541485-5403-43EB-AA39-1E0758CD3E2F}" type="presOf" srcId="{775549EA-13C6-4D11-B387-7818EB38DA34}" destId="{2B7AE533-8C51-458D-8B31-C383125B3988}" srcOrd="0" destOrd="0" presId="urn:microsoft.com/office/officeart/2005/8/layout/vProcess5"/>
    <dgm:cxn modelId="{12BCDB86-DC53-452E-AAB4-734E53966830}" srcId="{775549EA-13C6-4D11-B387-7818EB38DA34}" destId="{679EB454-00E1-4DF0-A666-00429EFE76B0}" srcOrd="2" destOrd="0" parTransId="{193B4BA9-EFFF-400D-B8A8-30ADD82AC6C7}" sibTransId="{A7DA35A7-DEB7-4B37-957A-BCB87F3D2C6E}"/>
    <dgm:cxn modelId="{74ACAD88-A60F-4754-B1A5-A3316861CA02}" srcId="{775549EA-13C6-4D11-B387-7818EB38DA34}" destId="{81775001-275F-48E3-8719-E7EDC3D0B88B}" srcOrd="0" destOrd="0" parTransId="{D316844F-711E-488E-85F9-43504E83289B}" sibTransId="{06D01CE4-3F5E-47BB-9C16-FE7DAA8A244F}"/>
    <dgm:cxn modelId="{8D7BE888-6701-4F95-A118-CCF300E091C1}" type="presOf" srcId="{06D01CE4-3F5E-47BB-9C16-FE7DAA8A244F}" destId="{BA64FD6E-FE39-4217-AA0A-A23080310792}" srcOrd="0" destOrd="0" presId="urn:microsoft.com/office/officeart/2005/8/layout/vProcess5"/>
    <dgm:cxn modelId="{77446C8F-8E65-45CE-9905-85A49B854B72}" type="presOf" srcId="{81775001-275F-48E3-8719-E7EDC3D0B88B}" destId="{15425BD8-AF97-46C4-A04B-309A278C2314}" srcOrd="1" destOrd="0" presId="urn:microsoft.com/office/officeart/2005/8/layout/vProcess5"/>
    <dgm:cxn modelId="{D529B29A-B82F-431A-B16E-D1ABFD22D6AC}" type="presOf" srcId="{81775001-275F-48E3-8719-E7EDC3D0B88B}" destId="{25E0BBDC-15B1-4F48-8A9A-FA176E54E382}" srcOrd="0" destOrd="0" presId="urn:microsoft.com/office/officeart/2005/8/layout/vProcess5"/>
    <dgm:cxn modelId="{996AECB1-9D3F-4788-AD9D-476F6A6093B4}" srcId="{775549EA-13C6-4D11-B387-7818EB38DA34}" destId="{B7E129EF-CC03-4E87-A27E-2D0CB6F91EC8}" srcOrd="1" destOrd="0" parTransId="{D25A07C8-4915-4671-B1EA-4063ED3BBE9C}" sibTransId="{EF1D8F20-541A-4762-ACF8-442292378E44}"/>
    <dgm:cxn modelId="{0EF33BC7-C3B6-4B90-95BE-30E438F83F8B}" type="presOf" srcId="{679EB454-00E1-4DF0-A666-00429EFE76B0}" destId="{6185523D-52D0-457D-83BE-4DCBBB128DAA}" srcOrd="0" destOrd="0" presId="urn:microsoft.com/office/officeart/2005/8/layout/vProcess5"/>
    <dgm:cxn modelId="{124447FC-26F9-4D88-8322-6AE30FEA38EF}" srcId="{775549EA-13C6-4D11-B387-7818EB38DA34}" destId="{E27F745F-7912-4073-99B1-E06554B53646}" srcOrd="3" destOrd="0" parTransId="{6F368023-E37D-4815-B469-349D20EEF900}" sibTransId="{F38C2826-EBEA-4026-AF8D-B3DFBA04E498}"/>
    <dgm:cxn modelId="{EB695423-1790-40C3-AA29-F772DF949981}" type="presParOf" srcId="{2B7AE533-8C51-458D-8B31-C383125B3988}" destId="{72CBEE1E-A64E-43C1-999C-6B5401055F30}" srcOrd="0" destOrd="0" presId="urn:microsoft.com/office/officeart/2005/8/layout/vProcess5"/>
    <dgm:cxn modelId="{3511766E-6CF6-4F69-88E1-50247AC2A79D}" type="presParOf" srcId="{2B7AE533-8C51-458D-8B31-C383125B3988}" destId="{25E0BBDC-15B1-4F48-8A9A-FA176E54E382}" srcOrd="1" destOrd="0" presId="urn:microsoft.com/office/officeart/2005/8/layout/vProcess5"/>
    <dgm:cxn modelId="{94C8772F-EABA-4A8F-AB70-4C7752E147A5}" type="presParOf" srcId="{2B7AE533-8C51-458D-8B31-C383125B3988}" destId="{E83212CF-9C17-42E8-8738-1CE74F72D0FC}" srcOrd="2" destOrd="0" presId="urn:microsoft.com/office/officeart/2005/8/layout/vProcess5"/>
    <dgm:cxn modelId="{EFA1A4EA-9E8C-4486-BE32-61A11AACDFAB}" type="presParOf" srcId="{2B7AE533-8C51-458D-8B31-C383125B3988}" destId="{6185523D-52D0-457D-83BE-4DCBBB128DAA}" srcOrd="3" destOrd="0" presId="urn:microsoft.com/office/officeart/2005/8/layout/vProcess5"/>
    <dgm:cxn modelId="{2D2AD4C0-3DD0-49F5-AC4C-DF9DBE6F6FF7}" type="presParOf" srcId="{2B7AE533-8C51-458D-8B31-C383125B3988}" destId="{C57598AE-AFBC-4612-83BD-30E16A6C09BC}" srcOrd="4" destOrd="0" presId="urn:microsoft.com/office/officeart/2005/8/layout/vProcess5"/>
    <dgm:cxn modelId="{6833A176-893B-42A6-9511-6F42D9FDB0C3}" type="presParOf" srcId="{2B7AE533-8C51-458D-8B31-C383125B3988}" destId="{BA64FD6E-FE39-4217-AA0A-A23080310792}" srcOrd="5" destOrd="0" presId="urn:microsoft.com/office/officeart/2005/8/layout/vProcess5"/>
    <dgm:cxn modelId="{A07ACF39-E9C7-4549-AA6A-9FCB996CBABA}" type="presParOf" srcId="{2B7AE533-8C51-458D-8B31-C383125B3988}" destId="{BB617EC0-5391-4F5F-92C8-D85A4065BB4C}" srcOrd="6" destOrd="0" presId="urn:microsoft.com/office/officeart/2005/8/layout/vProcess5"/>
    <dgm:cxn modelId="{A3E7265F-3E8E-4324-864C-5275F0C869EF}" type="presParOf" srcId="{2B7AE533-8C51-458D-8B31-C383125B3988}" destId="{CA65D2D1-A6F1-4671-8F59-EE2C877EC0AE}" srcOrd="7" destOrd="0" presId="urn:microsoft.com/office/officeart/2005/8/layout/vProcess5"/>
    <dgm:cxn modelId="{324B3442-FF4C-4A65-ABA7-CCB992E3632C}" type="presParOf" srcId="{2B7AE533-8C51-458D-8B31-C383125B3988}" destId="{15425BD8-AF97-46C4-A04B-309A278C2314}" srcOrd="8" destOrd="0" presId="urn:microsoft.com/office/officeart/2005/8/layout/vProcess5"/>
    <dgm:cxn modelId="{ED147694-64F7-406D-80B6-700BB467703E}" type="presParOf" srcId="{2B7AE533-8C51-458D-8B31-C383125B3988}" destId="{6FAEB9CD-E7B0-4039-924B-151F8E25F453}" srcOrd="9" destOrd="0" presId="urn:microsoft.com/office/officeart/2005/8/layout/vProcess5"/>
    <dgm:cxn modelId="{910675F0-AB30-4A23-B669-FE71FCF54F98}" type="presParOf" srcId="{2B7AE533-8C51-458D-8B31-C383125B3988}" destId="{450C02B8-D20E-49C7-888E-E6B40968AD3F}" srcOrd="10" destOrd="0" presId="urn:microsoft.com/office/officeart/2005/8/layout/vProcess5"/>
    <dgm:cxn modelId="{1D423440-06AC-42F0-8813-91D705EC57C5}" type="presParOf" srcId="{2B7AE533-8C51-458D-8B31-C383125B3988}" destId="{6E9F60C5-2E10-4581-B2E0-9B047AF37C2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AF40F7-AB30-40B7-B1BB-6B3047E207A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9B5673C-AF73-42A5-9F6E-BD2BC1E29C70}">
      <dgm:prSet/>
      <dgm:spPr/>
      <dgm:t>
        <a:bodyPr/>
        <a:lstStyle/>
        <a:p>
          <a:r>
            <a:rPr lang="en-IN"/>
            <a:t>Hybrid Parsing</a:t>
          </a:r>
        </a:p>
      </dgm:t>
    </dgm:pt>
    <dgm:pt modelId="{895DB10F-2421-4C86-90D7-2C15AC737B57}" type="parTrans" cxnId="{3199F2E7-5DFA-426F-A633-99DAB4FF5E22}">
      <dgm:prSet/>
      <dgm:spPr/>
      <dgm:t>
        <a:bodyPr/>
        <a:lstStyle/>
        <a:p>
          <a:endParaRPr lang="en-IN"/>
        </a:p>
      </dgm:t>
    </dgm:pt>
    <dgm:pt modelId="{86354225-C688-46B0-9957-F7551FDC5027}" type="sibTrans" cxnId="{3199F2E7-5DFA-426F-A633-99DAB4FF5E22}">
      <dgm:prSet/>
      <dgm:spPr/>
      <dgm:t>
        <a:bodyPr/>
        <a:lstStyle/>
        <a:p>
          <a:endParaRPr lang="en-IN"/>
        </a:p>
      </dgm:t>
    </dgm:pt>
    <dgm:pt modelId="{8BD0A543-D1D3-453A-BE36-21EE9D15517A}">
      <dgm:prSet/>
      <dgm:spPr/>
      <dgm:t>
        <a:bodyPr/>
        <a:lstStyle/>
        <a:p>
          <a:r>
            <a:rPr lang="en-IN"/>
            <a:t>Live Google Search</a:t>
          </a:r>
        </a:p>
      </dgm:t>
    </dgm:pt>
    <dgm:pt modelId="{A69A99BA-CB7B-4E2A-8F36-0072F079C0F4}" type="parTrans" cxnId="{E734DB8A-1A5D-4638-BD9F-C9C3A8C7FE98}">
      <dgm:prSet/>
      <dgm:spPr/>
      <dgm:t>
        <a:bodyPr/>
        <a:lstStyle/>
        <a:p>
          <a:endParaRPr lang="en-IN"/>
        </a:p>
      </dgm:t>
    </dgm:pt>
    <dgm:pt modelId="{893F5918-FD12-4347-B478-08C687454BBC}" type="sibTrans" cxnId="{E734DB8A-1A5D-4638-BD9F-C9C3A8C7FE98}">
      <dgm:prSet/>
      <dgm:spPr/>
      <dgm:t>
        <a:bodyPr/>
        <a:lstStyle/>
        <a:p>
          <a:endParaRPr lang="en-IN"/>
        </a:p>
      </dgm:t>
    </dgm:pt>
    <dgm:pt modelId="{D2304867-66E5-4F13-9983-18DC8163579E}">
      <dgm:prSet/>
      <dgm:spPr/>
      <dgm:t>
        <a:bodyPr/>
        <a:lstStyle/>
        <a:p>
          <a:r>
            <a:rPr lang="en-IN"/>
            <a:t>Streaming Responses</a:t>
          </a:r>
        </a:p>
      </dgm:t>
    </dgm:pt>
    <dgm:pt modelId="{C26BD7C6-EA16-44DA-9B7E-FBA427C4CF58}" type="parTrans" cxnId="{4202676B-2D04-4FE6-B8EA-2D91D8053C2E}">
      <dgm:prSet/>
      <dgm:spPr/>
      <dgm:t>
        <a:bodyPr/>
        <a:lstStyle/>
        <a:p>
          <a:endParaRPr lang="en-IN"/>
        </a:p>
      </dgm:t>
    </dgm:pt>
    <dgm:pt modelId="{051A0A84-A7FD-4C34-ACA1-2FE1D57C5E6B}" type="sibTrans" cxnId="{4202676B-2D04-4FE6-B8EA-2D91D8053C2E}">
      <dgm:prSet/>
      <dgm:spPr/>
      <dgm:t>
        <a:bodyPr/>
        <a:lstStyle/>
        <a:p>
          <a:endParaRPr lang="en-IN"/>
        </a:p>
      </dgm:t>
    </dgm:pt>
    <dgm:pt modelId="{00703EEB-31B5-4385-A61C-18E7CA37658D}">
      <dgm:prSet/>
      <dgm:spPr/>
      <dgm:t>
        <a:bodyPr/>
        <a:lstStyle/>
        <a:p>
          <a:r>
            <a:rPr lang="en-IN"/>
            <a:t>Medical Knowledge Base</a:t>
          </a:r>
        </a:p>
      </dgm:t>
    </dgm:pt>
    <dgm:pt modelId="{09E0CC5A-F598-4D82-A2D3-324E5A151DE6}" type="parTrans" cxnId="{9D01A268-0BC7-412A-BB53-5BBB8A4632B5}">
      <dgm:prSet/>
      <dgm:spPr/>
      <dgm:t>
        <a:bodyPr/>
        <a:lstStyle/>
        <a:p>
          <a:endParaRPr lang="en-IN"/>
        </a:p>
      </dgm:t>
    </dgm:pt>
    <dgm:pt modelId="{D7836CC2-ACA7-492D-A284-B6F5F3F0F085}" type="sibTrans" cxnId="{9D01A268-0BC7-412A-BB53-5BBB8A4632B5}">
      <dgm:prSet/>
      <dgm:spPr/>
      <dgm:t>
        <a:bodyPr/>
        <a:lstStyle/>
        <a:p>
          <a:endParaRPr lang="en-IN"/>
        </a:p>
      </dgm:t>
    </dgm:pt>
    <dgm:pt modelId="{46AB5B2B-AA00-4A71-9AB3-574E30E585A6}">
      <dgm:prSet/>
      <dgm:spPr/>
      <dgm:t>
        <a:bodyPr/>
        <a:lstStyle/>
        <a:p>
          <a:r>
            <a:rPr lang="en-IN"/>
            <a:t>Dynamic Suggestions</a:t>
          </a:r>
        </a:p>
      </dgm:t>
    </dgm:pt>
    <dgm:pt modelId="{6D16BED3-408A-471C-95C6-B28C01FE1293}" type="parTrans" cxnId="{512D4611-CA9D-4A39-A26B-EE293B82D3D6}">
      <dgm:prSet/>
      <dgm:spPr/>
      <dgm:t>
        <a:bodyPr/>
        <a:lstStyle/>
        <a:p>
          <a:endParaRPr lang="en-IN"/>
        </a:p>
      </dgm:t>
    </dgm:pt>
    <dgm:pt modelId="{808A2FD5-F654-40EB-A069-009829C8088F}" type="sibTrans" cxnId="{512D4611-CA9D-4A39-A26B-EE293B82D3D6}">
      <dgm:prSet/>
      <dgm:spPr/>
      <dgm:t>
        <a:bodyPr/>
        <a:lstStyle/>
        <a:p>
          <a:endParaRPr lang="en-IN"/>
        </a:p>
      </dgm:t>
    </dgm:pt>
    <dgm:pt modelId="{F192C114-E336-4533-BC94-DE27F550425A}">
      <dgm:prSet/>
      <dgm:spPr/>
      <dgm:t>
        <a:bodyPr/>
        <a:lstStyle/>
        <a:p>
          <a:r>
            <a:rPr lang="en-IN"/>
            <a:t>Compact Dashboard</a:t>
          </a:r>
        </a:p>
      </dgm:t>
    </dgm:pt>
    <dgm:pt modelId="{BDF342BA-E740-4E34-8FFC-FF7A8180FEE7}" type="parTrans" cxnId="{13E8F548-8A5F-48E1-A24B-E2AAEC551E40}">
      <dgm:prSet/>
      <dgm:spPr/>
      <dgm:t>
        <a:bodyPr/>
        <a:lstStyle/>
        <a:p>
          <a:endParaRPr lang="en-IN"/>
        </a:p>
      </dgm:t>
    </dgm:pt>
    <dgm:pt modelId="{60FB8080-9270-412F-B22F-34C05310F97D}" type="sibTrans" cxnId="{13E8F548-8A5F-48E1-A24B-E2AAEC551E40}">
      <dgm:prSet/>
      <dgm:spPr/>
      <dgm:t>
        <a:bodyPr/>
        <a:lstStyle/>
        <a:p>
          <a:endParaRPr lang="en-IN"/>
        </a:p>
      </dgm:t>
    </dgm:pt>
    <dgm:pt modelId="{204A9BED-AAD1-4A3E-A0F1-1D01FCBB7611}">
      <dgm:prSet/>
      <dgm:spPr/>
      <dgm:t>
        <a:bodyPr/>
        <a:lstStyle/>
        <a:p>
          <a:r>
            <a:rPr lang="en-IN"/>
            <a:t>Semantic Search</a:t>
          </a:r>
        </a:p>
      </dgm:t>
    </dgm:pt>
    <dgm:pt modelId="{90D95E91-5AD0-4216-8811-8AFEB610DC17}" type="parTrans" cxnId="{AA5D63DE-4E7F-4B6F-8D01-7A464A1AD87B}">
      <dgm:prSet/>
      <dgm:spPr/>
      <dgm:t>
        <a:bodyPr/>
        <a:lstStyle/>
        <a:p>
          <a:endParaRPr lang="en-IN"/>
        </a:p>
      </dgm:t>
    </dgm:pt>
    <dgm:pt modelId="{B2CC8A4B-12CA-499A-B6FB-63FA5F442764}" type="sibTrans" cxnId="{AA5D63DE-4E7F-4B6F-8D01-7A464A1AD87B}">
      <dgm:prSet/>
      <dgm:spPr/>
      <dgm:t>
        <a:bodyPr/>
        <a:lstStyle/>
        <a:p>
          <a:endParaRPr lang="en-IN"/>
        </a:p>
      </dgm:t>
    </dgm:pt>
    <dgm:pt modelId="{A5BD9905-F808-445F-A0F0-3C8F050C299A}">
      <dgm:prSet/>
      <dgm:spPr/>
    </dgm:pt>
    <dgm:pt modelId="{88886C45-6C50-49A1-927D-3B969D8EF484}" type="parTrans" cxnId="{BAC8675D-A163-42AE-A2B9-F89D2802E7DE}">
      <dgm:prSet/>
      <dgm:spPr/>
      <dgm:t>
        <a:bodyPr/>
        <a:lstStyle/>
        <a:p>
          <a:endParaRPr lang="en-IN"/>
        </a:p>
      </dgm:t>
    </dgm:pt>
    <dgm:pt modelId="{274A803B-7D24-43B6-AB53-52400AB6B12C}" type="sibTrans" cxnId="{BAC8675D-A163-42AE-A2B9-F89D2802E7DE}">
      <dgm:prSet/>
      <dgm:spPr/>
      <dgm:t>
        <a:bodyPr/>
        <a:lstStyle/>
        <a:p>
          <a:endParaRPr lang="en-IN"/>
        </a:p>
      </dgm:t>
    </dgm:pt>
    <dgm:pt modelId="{5832CB43-CF3E-403D-BE04-F2C8B9A63E4E}" type="pres">
      <dgm:prSet presAssocID="{B9AF40F7-AB30-40B7-B1BB-6B3047E207A4}" presName="Name0" presStyleCnt="0">
        <dgm:presLayoutVars>
          <dgm:chMax val="7"/>
          <dgm:chPref val="7"/>
          <dgm:dir/>
        </dgm:presLayoutVars>
      </dgm:prSet>
      <dgm:spPr/>
    </dgm:pt>
    <dgm:pt modelId="{03C5930F-8E50-464B-8AEC-051F1FD1C8DC}" type="pres">
      <dgm:prSet presAssocID="{B9AF40F7-AB30-40B7-B1BB-6B3047E207A4}" presName="Name1" presStyleCnt="0"/>
      <dgm:spPr/>
    </dgm:pt>
    <dgm:pt modelId="{D18D7F1D-D2D5-4902-B0B9-03EBB1CC3862}" type="pres">
      <dgm:prSet presAssocID="{B9AF40F7-AB30-40B7-B1BB-6B3047E207A4}" presName="cycle" presStyleCnt="0"/>
      <dgm:spPr/>
    </dgm:pt>
    <dgm:pt modelId="{3DE85458-4006-4A83-9137-4B8CCB8BDDEB}" type="pres">
      <dgm:prSet presAssocID="{B9AF40F7-AB30-40B7-B1BB-6B3047E207A4}" presName="srcNode" presStyleLbl="node1" presStyleIdx="0" presStyleCnt="7"/>
      <dgm:spPr/>
    </dgm:pt>
    <dgm:pt modelId="{8FDC471A-5926-4756-974A-EAC5F1496FA4}" type="pres">
      <dgm:prSet presAssocID="{B9AF40F7-AB30-40B7-B1BB-6B3047E207A4}" presName="conn" presStyleLbl="parChTrans1D2" presStyleIdx="0" presStyleCnt="1"/>
      <dgm:spPr/>
    </dgm:pt>
    <dgm:pt modelId="{30A9EF98-2D15-481D-80BF-337B3056959F}" type="pres">
      <dgm:prSet presAssocID="{B9AF40F7-AB30-40B7-B1BB-6B3047E207A4}" presName="extraNode" presStyleLbl="node1" presStyleIdx="0" presStyleCnt="7"/>
      <dgm:spPr/>
    </dgm:pt>
    <dgm:pt modelId="{8569FC3D-C210-41DB-85FC-E256ACE7645A}" type="pres">
      <dgm:prSet presAssocID="{B9AF40F7-AB30-40B7-B1BB-6B3047E207A4}" presName="dstNode" presStyleLbl="node1" presStyleIdx="0" presStyleCnt="7"/>
      <dgm:spPr/>
    </dgm:pt>
    <dgm:pt modelId="{8E08B927-DE45-4762-BEEC-4BD8A350F7FA}" type="pres">
      <dgm:prSet presAssocID="{A9B5673C-AF73-42A5-9F6E-BD2BC1E29C70}" presName="text_1" presStyleLbl="node1" presStyleIdx="0" presStyleCnt="7">
        <dgm:presLayoutVars>
          <dgm:bulletEnabled val="1"/>
        </dgm:presLayoutVars>
      </dgm:prSet>
      <dgm:spPr/>
    </dgm:pt>
    <dgm:pt modelId="{955B98BB-E85B-48B4-A6A2-C48C711DD108}" type="pres">
      <dgm:prSet presAssocID="{A9B5673C-AF73-42A5-9F6E-BD2BC1E29C70}" presName="accent_1" presStyleCnt="0"/>
      <dgm:spPr/>
    </dgm:pt>
    <dgm:pt modelId="{9B779BDD-02E1-41DF-B0B1-38C1FDDE80A4}" type="pres">
      <dgm:prSet presAssocID="{A9B5673C-AF73-42A5-9F6E-BD2BC1E29C70}" presName="accentRepeatNode" presStyleLbl="solidFgAcc1" presStyleIdx="0" presStyleCnt="7"/>
      <dgm:spPr/>
    </dgm:pt>
    <dgm:pt modelId="{C85E715C-59ED-4E2D-8E21-FAD2427631D5}" type="pres">
      <dgm:prSet presAssocID="{8BD0A543-D1D3-453A-BE36-21EE9D15517A}" presName="text_2" presStyleLbl="node1" presStyleIdx="1" presStyleCnt="7">
        <dgm:presLayoutVars>
          <dgm:bulletEnabled val="1"/>
        </dgm:presLayoutVars>
      </dgm:prSet>
      <dgm:spPr/>
    </dgm:pt>
    <dgm:pt modelId="{3AC0A4F8-AEE2-45C9-92E4-7276FE0FD7CD}" type="pres">
      <dgm:prSet presAssocID="{8BD0A543-D1D3-453A-BE36-21EE9D15517A}" presName="accent_2" presStyleCnt="0"/>
      <dgm:spPr/>
    </dgm:pt>
    <dgm:pt modelId="{8D14ECE7-6329-4E64-A262-C972BCD5D4B7}" type="pres">
      <dgm:prSet presAssocID="{8BD0A543-D1D3-453A-BE36-21EE9D15517A}" presName="accentRepeatNode" presStyleLbl="solidFgAcc1" presStyleIdx="1" presStyleCnt="7"/>
      <dgm:spPr/>
    </dgm:pt>
    <dgm:pt modelId="{28ED12A1-B4C6-46C5-BCF0-6A91525CA203}" type="pres">
      <dgm:prSet presAssocID="{D2304867-66E5-4F13-9983-18DC8163579E}" presName="text_3" presStyleLbl="node1" presStyleIdx="2" presStyleCnt="7">
        <dgm:presLayoutVars>
          <dgm:bulletEnabled val="1"/>
        </dgm:presLayoutVars>
      </dgm:prSet>
      <dgm:spPr/>
    </dgm:pt>
    <dgm:pt modelId="{68FFC191-9A92-439D-AAF4-C33545191BA9}" type="pres">
      <dgm:prSet presAssocID="{D2304867-66E5-4F13-9983-18DC8163579E}" presName="accent_3" presStyleCnt="0"/>
      <dgm:spPr/>
    </dgm:pt>
    <dgm:pt modelId="{3848FBB5-ED85-4F42-966A-A3ACFB71CA05}" type="pres">
      <dgm:prSet presAssocID="{D2304867-66E5-4F13-9983-18DC8163579E}" presName="accentRepeatNode" presStyleLbl="solidFgAcc1" presStyleIdx="2" presStyleCnt="7"/>
      <dgm:spPr/>
    </dgm:pt>
    <dgm:pt modelId="{5665D28A-455D-433E-BB6A-AB4C55F345C8}" type="pres">
      <dgm:prSet presAssocID="{00703EEB-31B5-4385-A61C-18E7CA37658D}" presName="text_4" presStyleLbl="node1" presStyleIdx="3" presStyleCnt="7">
        <dgm:presLayoutVars>
          <dgm:bulletEnabled val="1"/>
        </dgm:presLayoutVars>
      </dgm:prSet>
      <dgm:spPr/>
    </dgm:pt>
    <dgm:pt modelId="{9F8085E7-8E1E-4136-95CD-C53D599FAD9B}" type="pres">
      <dgm:prSet presAssocID="{00703EEB-31B5-4385-A61C-18E7CA37658D}" presName="accent_4" presStyleCnt="0"/>
      <dgm:spPr/>
    </dgm:pt>
    <dgm:pt modelId="{A654F33F-C752-4313-89C2-7E2463BC882B}" type="pres">
      <dgm:prSet presAssocID="{00703EEB-31B5-4385-A61C-18E7CA37658D}" presName="accentRepeatNode" presStyleLbl="solidFgAcc1" presStyleIdx="3" presStyleCnt="7"/>
      <dgm:spPr/>
    </dgm:pt>
    <dgm:pt modelId="{E01800E3-4CCF-42C5-9BA8-E57BF8F141EA}" type="pres">
      <dgm:prSet presAssocID="{46AB5B2B-AA00-4A71-9AB3-574E30E585A6}" presName="text_5" presStyleLbl="node1" presStyleIdx="4" presStyleCnt="7">
        <dgm:presLayoutVars>
          <dgm:bulletEnabled val="1"/>
        </dgm:presLayoutVars>
      </dgm:prSet>
      <dgm:spPr/>
    </dgm:pt>
    <dgm:pt modelId="{E2F86B47-95DD-46D0-9696-4DD8BB78911B}" type="pres">
      <dgm:prSet presAssocID="{46AB5B2B-AA00-4A71-9AB3-574E30E585A6}" presName="accent_5" presStyleCnt="0"/>
      <dgm:spPr/>
    </dgm:pt>
    <dgm:pt modelId="{858E40B9-2541-444A-9504-7B91ED9EAEF0}" type="pres">
      <dgm:prSet presAssocID="{46AB5B2B-AA00-4A71-9AB3-574E30E585A6}" presName="accentRepeatNode" presStyleLbl="solidFgAcc1" presStyleIdx="4" presStyleCnt="7"/>
      <dgm:spPr/>
    </dgm:pt>
    <dgm:pt modelId="{E12769F4-1015-492D-AC16-696E1FA12461}" type="pres">
      <dgm:prSet presAssocID="{F192C114-E336-4533-BC94-DE27F550425A}" presName="text_6" presStyleLbl="node1" presStyleIdx="5" presStyleCnt="7">
        <dgm:presLayoutVars>
          <dgm:bulletEnabled val="1"/>
        </dgm:presLayoutVars>
      </dgm:prSet>
      <dgm:spPr/>
    </dgm:pt>
    <dgm:pt modelId="{D9737DDB-5292-497F-A744-C57D22E736A1}" type="pres">
      <dgm:prSet presAssocID="{F192C114-E336-4533-BC94-DE27F550425A}" presName="accent_6" presStyleCnt="0"/>
      <dgm:spPr/>
    </dgm:pt>
    <dgm:pt modelId="{E65B52D9-2157-407A-A19A-53AD3CD1777D}" type="pres">
      <dgm:prSet presAssocID="{F192C114-E336-4533-BC94-DE27F550425A}" presName="accentRepeatNode" presStyleLbl="solidFgAcc1" presStyleIdx="5" presStyleCnt="7"/>
      <dgm:spPr/>
    </dgm:pt>
    <dgm:pt modelId="{DAB36596-4D13-4D08-A9B7-E450B8804CB4}" type="pres">
      <dgm:prSet presAssocID="{204A9BED-AAD1-4A3E-A0F1-1D01FCBB7611}" presName="text_7" presStyleLbl="node1" presStyleIdx="6" presStyleCnt="7">
        <dgm:presLayoutVars>
          <dgm:bulletEnabled val="1"/>
        </dgm:presLayoutVars>
      </dgm:prSet>
      <dgm:spPr/>
    </dgm:pt>
    <dgm:pt modelId="{A2DB3ECA-31A1-4A71-ACB4-573BA93AC89D}" type="pres">
      <dgm:prSet presAssocID="{204A9BED-AAD1-4A3E-A0F1-1D01FCBB7611}" presName="accent_7" presStyleCnt="0"/>
      <dgm:spPr/>
    </dgm:pt>
    <dgm:pt modelId="{32396BF1-0CD7-4B52-8CFE-213B75DB811A}" type="pres">
      <dgm:prSet presAssocID="{204A9BED-AAD1-4A3E-A0F1-1D01FCBB7611}" presName="accentRepeatNode" presStyleLbl="solidFgAcc1" presStyleIdx="6" presStyleCnt="7"/>
      <dgm:spPr/>
    </dgm:pt>
  </dgm:ptLst>
  <dgm:cxnLst>
    <dgm:cxn modelId="{8472E308-B534-42EF-8F22-B6331B01017F}" type="presOf" srcId="{00703EEB-31B5-4385-A61C-18E7CA37658D}" destId="{5665D28A-455D-433E-BB6A-AB4C55F345C8}" srcOrd="0" destOrd="0" presId="urn:microsoft.com/office/officeart/2008/layout/VerticalCurvedList"/>
    <dgm:cxn modelId="{7D8F330F-993C-4C74-A76D-7D7B531BAC14}" type="presOf" srcId="{F192C114-E336-4533-BC94-DE27F550425A}" destId="{E12769F4-1015-492D-AC16-696E1FA12461}" srcOrd="0" destOrd="0" presId="urn:microsoft.com/office/officeart/2008/layout/VerticalCurvedList"/>
    <dgm:cxn modelId="{512D4611-CA9D-4A39-A26B-EE293B82D3D6}" srcId="{B9AF40F7-AB30-40B7-B1BB-6B3047E207A4}" destId="{46AB5B2B-AA00-4A71-9AB3-574E30E585A6}" srcOrd="4" destOrd="0" parTransId="{6D16BED3-408A-471C-95C6-B28C01FE1293}" sibTransId="{808A2FD5-F654-40EB-A069-009829C8088F}"/>
    <dgm:cxn modelId="{60063C15-47BA-46CF-9B90-1021AD6AC844}" type="presOf" srcId="{A9B5673C-AF73-42A5-9F6E-BD2BC1E29C70}" destId="{8E08B927-DE45-4762-BEEC-4BD8A350F7FA}" srcOrd="0" destOrd="0" presId="urn:microsoft.com/office/officeart/2008/layout/VerticalCurvedList"/>
    <dgm:cxn modelId="{0F7AED23-5DDB-4F45-AE39-54C4E9A39240}" type="presOf" srcId="{204A9BED-AAD1-4A3E-A0F1-1D01FCBB7611}" destId="{DAB36596-4D13-4D08-A9B7-E450B8804CB4}" srcOrd="0" destOrd="0" presId="urn:microsoft.com/office/officeart/2008/layout/VerticalCurvedList"/>
    <dgm:cxn modelId="{BAC8675D-A163-42AE-A2B9-F89D2802E7DE}" srcId="{B9AF40F7-AB30-40B7-B1BB-6B3047E207A4}" destId="{A5BD9905-F808-445F-A0F0-3C8F050C299A}" srcOrd="7" destOrd="0" parTransId="{88886C45-6C50-49A1-927D-3B969D8EF484}" sibTransId="{274A803B-7D24-43B6-AB53-52400AB6B12C}"/>
    <dgm:cxn modelId="{9D01A268-0BC7-412A-BB53-5BBB8A4632B5}" srcId="{B9AF40F7-AB30-40B7-B1BB-6B3047E207A4}" destId="{00703EEB-31B5-4385-A61C-18E7CA37658D}" srcOrd="3" destOrd="0" parTransId="{09E0CC5A-F598-4D82-A2D3-324E5A151DE6}" sibTransId="{D7836CC2-ACA7-492D-A284-B6F5F3F0F085}"/>
    <dgm:cxn modelId="{13E8F548-8A5F-48E1-A24B-E2AAEC551E40}" srcId="{B9AF40F7-AB30-40B7-B1BB-6B3047E207A4}" destId="{F192C114-E336-4533-BC94-DE27F550425A}" srcOrd="5" destOrd="0" parTransId="{BDF342BA-E740-4E34-8FFC-FF7A8180FEE7}" sibTransId="{60FB8080-9270-412F-B22F-34C05310F97D}"/>
    <dgm:cxn modelId="{4202676B-2D04-4FE6-B8EA-2D91D8053C2E}" srcId="{B9AF40F7-AB30-40B7-B1BB-6B3047E207A4}" destId="{D2304867-66E5-4F13-9983-18DC8163579E}" srcOrd="2" destOrd="0" parTransId="{C26BD7C6-EA16-44DA-9B7E-FBA427C4CF58}" sibTransId="{051A0A84-A7FD-4C34-ACA1-2FE1D57C5E6B}"/>
    <dgm:cxn modelId="{E734DB8A-1A5D-4638-BD9F-C9C3A8C7FE98}" srcId="{B9AF40F7-AB30-40B7-B1BB-6B3047E207A4}" destId="{8BD0A543-D1D3-453A-BE36-21EE9D15517A}" srcOrd="1" destOrd="0" parTransId="{A69A99BA-CB7B-4E2A-8F36-0072F079C0F4}" sibTransId="{893F5918-FD12-4347-B478-08C687454BBC}"/>
    <dgm:cxn modelId="{E0E03097-7AE1-40E2-B506-5D84446CBF31}" type="presOf" srcId="{B9AF40F7-AB30-40B7-B1BB-6B3047E207A4}" destId="{5832CB43-CF3E-403D-BE04-F2C8B9A63E4E}" srcOrd="0" destOrd="0" presId="urn:microsoft.com/office/officeart/2008/layout/VerticalCurvedList"/>
    <dgm:cxn modelId="{7C22D6A4-D600-4AAB-9A90-C33D90623182}" type="presOf" srcId="{D2304867-66E5-4F13-9983-18DC8163579E}" destId="{28ED12A1-B4C6-46C5-BCF0-6A91525CA203}" srcOrd="0" destOrd="0" presId="urn:microsoft.com/office/officeart/2008/layout/VerticalCurvedList"/>
    <dgm:cxn modelId="{ADA81DBE-A99F-48BF-AF2D-7E397DC69CB8}" type="presOf" srcId="{86354225-C688-46B0-9957-F7551FDC5027}" destId="{8FDC471A-5926-4756-974A-EAC5F1496FA4}" srcOrd="0" destOrd="0" presId="urn:microsoft.com/office/officeart/2008/layout/VerticalCurvedList"/>
    <dgm:cxn modelId="{AA5D63DE-4E7F-4B6F-8D01-7A464A1AD87B}" srcId="{B9AF40F7-AB30-40B7-B1BB-6B3047E207A4}" destId="{204A9BED-AAD1-4A3E-A0F1-1D01FCBB7611}" srcOrd="6" destOrd="0" parTransId="{90D95E91-5AD0-4216-8811-8AFEB610DC17}" sibTransId="{B2CC8A4B-12CA-499A-B6FB-63FA5F442764}"/>
    <dgm:cxn modelId="{3199F2E7-5DFA-426F-A633-99DAB4FF5E22}" srcId="{B9AF40F7-AB30-40B7-B1BB-6B3047E207A4}" destId="{A9B5673C-AF73-42A5-9F6E-BD2BC1E29C70}" srcOrd="0" destOrd="0" parTransId="{895DB10F-2421-4C86-90D7-2C15AC737B57}" sibTransId="{86354225-C688-46B0-9957-F7551FDC5027}"/>
    <dgm:cxn modelId="{DD6E16EB-238E-4C3C-9C40-066A05FAAFF0}" type="presOf" srcId="{8BD0A543-D1D3-453A-BE36-21EE9D15517A}" destId="{C85E715C-59ED-4E2D-8E21-FAD2427631D5}" srcOrd="0" destOrd="0" presId="urn:microsoft.com/office/officeart/2008/layout/VerticalCurvedList"/>
    <dgm:cxn modelId="{FBF0A9F2-2CA9-4E99-9DCB-F0A5038973FD}" type="presOf" srcId="{46AB5B2B-AA00-4A71-9AB3-574E30E585A6}" destId="{E01800E3-4CCF-42C5-9BA8-E57BF8F141EA}" srcOrd="0" destOrd="0" presId="urn:microsoft.com/office/officeart/2008/layout/VerticalCurvedList"/>
    <dgm:cxn modelId="{FA55745B-25D3-4C1A-89B8-D2D96B4D08B3}" type="presParOf" srcId="{5832CB43-CF3E-403D-BE04-F2C8B9A63E4E}" destId="{03C5930F-8E50-464B-8AEC-051F1FD1C8DC}" srcOrd="0" destOrd="0" presId="urn:microsoft.com/office/officeart/2008/layout/VerticalCurvedList"/>
    <dgm:cxn modelId="{118EEA86-EFF2-41D6-9A0F-2CBCCC92D191}" type="presParOf" srcId="{03C5930F-8E50-464B-8AEC-051F1FD1C8DC}" destId="{D18D7F1D-D2D5-4902-B0B9-03EBB1CC3862}" srcOrd="0" destOrd="0" presId="urn:microsoft.com/office/officeart/2008/layout/VerticalCurvedList"/>
    <dgm:cxn modelId="{A5D07658-C451-4F8B-B2C9-1606E6564487}" type="presParOf" srcId="{D18D7F1D-D2D5-4902-B0B9-03EBB1CC3862}" destId="{3DE85458-4006-4A83-9137-4B8CCB8BDDEB}" srcOrd="0" destOrd="0" presId="urn:microsoft.com/office/officeart/2008/layout/VerticalCurvedList"/>
    <dgm:cxn modelId="{ABA75BA8-C9D5-4F47-8433-5B9564C42BE8}" type="presParOf" srcId="{D18D7F1D-D2D5-4902-B0B9-03EBB1CC3862}" destId="{8FDC471A-5926-4756-974A-EAC5F1496FA4}" srcOrd="1" destOrd="0" presId="urn:microsoft.com/office/officeart/2008/layout/VerticalCurvedList"/>
    <dgm:cxn modelId="{56DF8354-4105-491B-BB52-9BA6285DFBEB}" type="presParOf" srcId="{D18D7F1D-D2D5-4902-B0B9-03EBB1CC3862}" destId="{30A9EF98-2D15-481D-80BF-337B3056959F}" srcOrd="2" destOrd="0" presId="urn:microsoft.com/office/officeart/2008/layout/VerticalCurvedList"/>
    <dgm:cxn modelId="{C74F0FC2-EFD7-440E-A5ED-9906C0EFC612}" type="presParOf" srcId="{D18D7F1D-D2D5-4902-B0B9-03EBB1CC3862}" destId="{8569FC3D-C210-41DB-85FC-E256ACE7645A}" srcOrd="3" destOrd="0" presId="urn:microsoft.com/office/officeart/2008/layout/VerticalCurvedList"/>
    <dgm:cxn modelId="{5F2746F2-3449-4997-BF75-963339F1115A}" type="presParOf" srcId="{03C5930F-8E50-464B-8AEC-051F1FD1C8DC}" destId="{8E08B927-DE45-4762-BEEC-4BD8A350F7FA}" srcOrd="1" destOrd="0" presId="urn:microsoft.com/office/officeart/2008/layout/VerticalCurvedList"/>
    <dgm:cxn modelId="{E33A6D2E-BD24-44A8-893D-35332F3C09BD}" type="presParOf" srcId="{03C5930F-8E50-464B-8AEC-051F1FD1C8DC}" destId="{955B98BB-E85B-48B4-A6A2-C48C711DD108}" srcOrd="2" destOrd="0" presId="urn:microsoft.com/office/officeart/2008/layout/VerticalCurvedList"/>
    <dgm:cxn modelId="{B4FA763E-8424-4714-9B4E-1AAA65644FBF}" type="presParOf" srcId="{955B98BB-E85B-48B4-A6A2-C48C711DD108}" destId="{9B779BDD-02E1-41DF-B0B1-38C1FDDE80A4}" srcOrd="0" destOrd="0" presId="urn:microsoft.com/office/officeart/2008/layout/VerticalCurvedList"/>
    <dgm:cxn modelId="{EA884ACB-F1F0-4CF9-AC6D-C565B7A53DCB}" type="presParOf" srcId="{03C5930F-8E50-464B-8AEC-051F1FD1C8DC}" destId="{C85E715C-59ED-4E2D-8E21-FAD2427631D5}" srcOrd="3" destOrd="0" presId="urn:microsoft.com/office/officeart/2008/layout/VerticalCurvedList"/>
    <dgm:cxn modelId="{DEDD73E5-971E-4F6C-B7F9-6B081C4E3391}" type="presParOf" srcId="{03C5930F-8E50-464B-8AEC-051F1FD1C8DC}" destId="{3AC0A4F8-AEE2-45C9-92E4-7276FE0FD7CD}" srcOrd="4" destOrd="0" presId="urn:microsoft.com/office/officeart/2008/layout/VerticalCurvedList"/>
    <dgm:cxn modelId="{E2CD9B93-FE59-4B99-AC8A-79AD3734FEE4}" type="presParOf" srcId="{3AC0A4F8-AEE2-45C9-92E4-7276FE0FD7CD}" destId="{8D14ECE7-6329-4E64-A262-C972BCD5D4B7}" srcOrd="0" destOrd="0" presId="urn:microsoft.com/office/officeart/2008/layout/VerticalCurvedList"/>
    <dgm:cxn modelId="{B46C8A8B-6F39-4F8B-B4B5-E70878271938}" type="presParOf" srcId="{03C5930F-8E50-464B-8AEC-051F1FD1C8DC}" destId="{28ED12A1-B4C6-46C5-BCF0-6A91525CA203}" srcOrd="5" destOrd="0" presId="urn:microsoft.com/office/officeart/2008/layout/VerticalCurvedList"/>
    <dgm:cxn modelId="{EAB781CE-6DCB-4205-9F50-8B2E6653D787}" type="presParOf" srcId="{03C5930F-8E50-464B-8AEC-051F1FD1C8DC}" destId="{68FFC191-9A92-439D-AAF4-C33545191BA9}" srcOrd="6" destOrd="0" presId="urn:microsoft.com/office/officeart/2008/layout/VerticalCurvedList"/>
    <dgm:cxn modelId="{93A7AB3D-24B2-4954-8E0E-84C5E97E5051}" type="presParOf" srcId="{68FFC191-9A92-439D-AAF4-C33545191BA9}" destId="{3848FBB5-ED85-4F42-966A-A3ACFB71CA05}" srcOrd="0" destOrd="0" presId="urn:microsoft.com/office/officeart/2008/layout/VerticalCurvedList"/>
    <dgm:cxn modelId="{E6D5B50D-6556-4452-90CC-146502FDE857}" type="presParOf" srcId="{03C5930F-8E50-464B-8AEC-051F1FD1C8DC}" destId="{5665D28A-455D-433E-BB6A-AB4C55F345C8}" srcOrd="7" destOrd="0" presId="urn:microsoft.com/office/officeart/2008/layout/VerticalCurvedList"/>
    <dgm:cxn modelId="{0C284EA6-BAE5-4E68-9A20-A06D46330CDF}" type="presParOf" srcId="{03C5930F-8E50-464B-8AEC-051F1FD1C8DC}" destId="{9F8085E7-8E1E-4136-95CD-C53D599FAD9B}" srcOrd="8" destOrd="0" presId="urn:microsoft.com/office/officeart/2008/layout/VerticalCurvedList"/>
    <dgm:cxn modelId="{9DEAB6BC-A4B9-4282-9B7E-87708DB7BA3B}" type="presParOf" srcId="{9F8085E7-8E1E-4136-95CD-C53D599FAD9B}" destId="{A654F33F-C752-4313-89C2-7E2463BC882B}" srcOrd="0" destOrd="0" presId="urn:microsoft.com/office/officeart/2008/layout/VerticalCurvedList"/>
    <dgm:cxn modelId="{F69ACAEA-4267-4BE0-8910-FCCA9E9243A5}" type="presParOf" srcId="{03C5930F-8E50-464B-8AEC-051F1FD1C8DC}" destId="{E01800E3-4CCF-42C5-9BA8-E57BF8F141EA}" srcOrd="9" destOrd="0" presId="urn:microsoft.com/office/officeart/2008/layout/VerticalCurvedList"/>
    <dgm:cxn modelId="{34D9AB6A-9004-4001-9615-483F6770B8EF}" type="presParOf" srcId="{03C5930F-8E50-464B-8AEC-051F1FD1C8DC}" destId="{E2F86B47-95DD-46D0-9696-4DD8BB78911B}" srcOrd="10" destOrd="0" presId="urn:microsoft.com/office/officeart/2008/layout/VerticalCurvedList"/>
    <dgm:cxn modelId="{392D5890-106E-4C7E-B46B-476838D30FBB}" type="presParOf" srcId="{E2F86B47-95DD-46D0-9696-4DD8BB78911B}" destId="{858E40B9-2541-444A-9504-7B91ED9EAEF0}" srcOrd="0" destOrd="0" presId="urn:microsoft.com/office/officeart/2008/layout/VerticalCurvedList"/>
    <dgm:cxn modelId="{8FD8049C-FA86-410A-959E-D530C3376CE7}" type="presParOf" srcId="{03C5930F-8E50-464B-8AEC-051F1FD1C8DC}" destId="{E12769F4-1015-492D-AC16-696E1FA12461}" srcOrd="11" destOrd="0" presId="urn:microsoft.com/office/officeart/2008/layout/VerticalCurvedList"/>
    <dgm:cxn modelId="{B787FBD4-34B5-4460-BEC8-41CFB85CEC9D}" type="presParOf" srcId="{03C5930F-8E50-464B-8AEC-051F1FD1C8DC}" destId="{D9737DDB-5292-497F-A744-C57D22E736A1}" srcOrd="12" destOrd="0" presId="urn:microsoft.com/office/officeart/2008/layout/VerticalCurvedList"/>
    <dgm:cxn modelId="{E67286BB-37A0-412F-B2E4-63510D441210}" type="presParOf" srcId="{D9737DDB-5292-497F-A744-C57D22E736A1}" destId="{E65B52D9-2157-407A-A19A-53AD3CD1777D}" srcOrd="0" destOrd="0" presId="urn:microsoft.com/office/officeart/2008/layout/VerticalCurvedList"/>
    <dgm:cxn modelId="{53EDB2D3-4698-4E4C-AFE7-5EC65DA7571B}" type="presParOf" srcId="{03C5930F-8E50-464B-8AEC-051F1FD1C8DC}" destId="{DAB36596-4D13-4D08-A9B7-E450B8804CB4}" srcOrd="13" destOrd="0" presId="urn:microsoft.com/office/officeart/2008/layout/VerticalCurvedList"/>
    <dgm:cxn modelId="{C29DE9F4-8000-4BCB-9C21-0106E3196CCD}" type="presParOf" srcId="{03C5930F-8E50-464B-8AEC-051F1FD1C8DC}" destId="{A2DB3ECA-31A1-4A71-ACB4-573BA93AC89D}" srcOrd="14" destOrd="0" presId="urn:microsoft.com/office/officeart/2008/layout/VerticalCurvedList"/>
    <dgm:cxn modelId="{F77C39C4-1656-48BD-8638-7938C87874F2}" type="presParOf" srcId="{A2DB3ECA-31A1-4A71-ACB4-573BA93AC89D}" destId="{32396BF1-0CD7-4B52-8CFE-213B75DB81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CBCEC-0199-445D-8FB7-D929DE218F5D}">
      <dsp:nvSpPr>
        <dsp:cNvPr id="0" name=""/>
        <dsp:cNvSpPr/>
      </dsp:nvSpPr>
      <dsp:spPr>
        <a:xfrm>
          <a:off x="1674" y="337728"/>
          <a:ext cx="1383260" cy="4454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Patient</a:t>
          </a:r>
        </a:p>
      </dsp:txBody>
      <dsp:txXfrm>
        <a:off x="14720" y="350774"/>
        <a:ext cx="1357168" cy="419330"/>
      </dsp:txXfrm>
    </dsp:sp>
    <dsp:sp modelId="{E4382F37-694F-4D03-8F4C-E00F7DDF71E5}">
      <dsp:nvSpPr>
        <dsp:cNvPr id="0" name=""/>
        <dsp:cNvSpPr/>
      </dsp:nvSpPr>
      <dsp:spPr>
        <a:xfrm>
          <a:off x="1459172" y="468385"/>
          <a:ext cx="157382" cy="1841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1459172" y="505207"/>
        <a:ext cx="110167" cy="110464"/>
      </dsp:txXfrm>
    </dsp:sp>
    <dsp:sp modelId="{7478F6D8-A720-46EB-92E9-F965734A1002}">
      <dsp:nvSpPr>
        <dsp:cNvPr id="0" name=""/>
        <dsp:cNvSpPr/>
      </dsp:nvSpPr>
      <dsp:spPr>
        <a:xfrm>
          <a:off x="1681883" y="337728"/>
          <a:ext cx="2054743" cy="4454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CBC Report</a:t>
          </a:r>
        </a:p>
      </dsp:txBody>
      <dsp:txXfrm>
        <a:off x="1694929" y="350774"/>
        <a:ext cx="2028651" cy="419330"/>
      </dsp:txXfrm>
    </dsp:sp>
    <dsp:sp modelId="{26AA7AC1-908E-46E2-BD5E-9EFC9C075F51}">
      <dsp:nvSpPr>
        <dsp:cNvPr id="0" name=""/>
        <dsp:cNvSpPr/>
      </dsp:nvSpPr>
      <dsp:spPr>
        <a:xfrm>
          <a:off x="3810864" y="468385"/>
          <a:ext cx="157382" cy="1841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3810864" y="505207"/>
        <a:ext cx="110167" cy="110464"/>
      </dsp:txXfrm>
    </dsp:sp>
    <dsp:sp modelId="{207FEA27-4999-46AE-A706-28FADC5F11C5}">
      <dsp:nvSpPr>
        <dsp:cNvPr id="0" name=""/>
        <dsp:cNvSpPr/>
      </dsp:nvSpPr>
      <dsp:spPr>
        <a:xfrm>
          <a:off x="4033575" y="337728"/>
          <a:ext cx="3624079" cy="4454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"I have no idea what this means."</a:t>
          </a:r>
        </a:p>
      </dsp:txBody>
      <dsp:txXfrm>
        <a:off x="4046621" y="350774"/>
        <a:ext cx="3597987" cy="4193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A08DC-3CC0-4E96-986F-8A2EBD186E3D}">
      <dsp:nvSpPr>
        <dsp:cNvPr id="0" name=""/>
        <dsp:cNvSpPr/>
      </dsp:nvSpPr>
      <dsp:spPr>
        <a:xfrm>
          <a:off x="0" y="233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A5F07-6095-446A-8DFC-0178BD67DD89}">
      <dsp:nvSpPr>
        <dsp:cNvPr id="0" name=""/>
        <dsp:cNvSpPr/>
      </dsp:nvSpPr>
      <dsp:spPr>
        <a:xfrm>
          <a:off x="0" y="2331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Hybrid Parsing Engine:</a:t>
          </a:r>
          <a:endParaRPr lang="en-IN" sz="1600" kern="1200" dirty="0"/>
        </a:p>
      </dsp:txBody>
      <dsp:txXfrm>
        <a:off x="0" y="2331"/>
        <a:ext cx="2011680" cy="795089"/>
      </dsp:txXfrm>
    </dsp:sp>
    <dsp:sp modelId="{721664C0-1B8C-46D9-9AA8-54EC0BC42996}">
      <dsp:nvSpPr>
        <dsp:cNvPr id="0" name=""/>
        <dsp:cNvSpPr/>
      </dsp:nvSpPr>
      <dsp:spPr>
        <a:xfrm>
          <a:off x="2162556" y="38436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700" b="0" i="0" kern="1200" dirty="0"/>
            <a:t>Automatically detects if a PDF has a text layer. Uses fast, free, local parsing (</a:t>
          </a:r>
          <a:r>
            <a:rPr lang="en-IN" sz="1700" b="0" i="0" kern="1200" dirty="0" err="1"/>
            <a:t>pdfplumber</a:t>
          </a:r>
          <a:r>
            <a:rPr lang="en-IN" sz="1700" b="0" i="0" kern="1200" dirty="0"/>
            <a:t>) for digital PDFs, and gracefully falls back to multimodal OCR (Gemini Vision) for scanned images or non-searchable PDFs.</a:t>
          </a:r>
          <a:endParaRPr lang="en-IN" sz="1700" kern="1200" dirty="0"/>
        </a:p>
      </dsp:txBody>
      <dsp:txXfrm>
        <a:off x="2162556" y="38436"/>
        <a:ext cx="7895844" cy="722102"/>
      </dsp:txXfrm>
    </dsp:sp>
    <dsp:sp modelId="{25098A28-B8D9-47A1-BFF2-0A0A4ABB20E0}">
      <dsp:nvSpPr>
        <dsp:cNvPr id="0" name=""/>
        <dsp:cNvSpPr/>
      </dsp:nvSpPr>
      <dsp:spPr>
        <a:xfrm>
          <a:off x="2011680" y="760539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78F80-AB28-48EE-ADB9-998C55AB55DC}">
      <dsp:nvSpPr>
        <dsp:cNvPr id="0" name=""/>
        <dsp:cNvSpPr/>
      </dsp:nvSpPr>
      <dsp:spPr>
        <a:xfrm>
          <a:off x="0" y="79742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E9C14-3E9D-49EE-A0C0-CF01C9FD0A59}">
      <dsp:nvSpPr>
        <dsp:cNvPr id="0" name=""/>
        <dsp:cNvSpPr/>
      </dsp:nvSpPr>
      <dsp:spPr>
        <a:xfrm>
          <a:off x="0" y="797421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i="0" kern="1200" dirty="0"/>
            <a:t>Two-Tier RAG Context</a:t>
          </a:r>
          <a:r>
            <a:rPr lang="en-IN" sz="1600" b="0" i="0" kern="1200" dirty="0"/>
            <a:t>:</a:t>
          </a:r>
          <a:endParaRPr lang="en-IN" sz="1600" kern="1200" dirty="0"/>
        </a:p>
      </dsp:txBody>
      <dsp:txXfrm>
        <a:off x="0" y="797421"/>
        <a:ext cx="2011680" cy="795089"/>
      </dsp:txXfrm>
    </dsp:sp>
    <dsp:sp modelId="{49B9AADA-9E6C-4124-B4AE-02C0C52597D4}">
      <dsp:nvSpPr>
        <dsp:cNvPr id="0" name=""/>
        <dsp:cNvSpPr/>
      </dsp:nvSpPr>
      <dsp:spPr>
        <a:xfrm>
          <a:off x="2162556" y="833526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0" i="0" kern="1200" dirty="0"/>
            <a:t>Chat responses are informed simultaneously by the specific patient data (from the uploaded report) and general reference guidelines (from the local KB).</a:t>
          </a:r>
          <a:endParaRPr lang="en-IN" sz="1700" kern="1200" dirty="0"/>
        </a:p>
      </dsp:txBody>
      <dsp:txXfrm>
        <a:off x="2162556" y="833526"/>
        <a:ext cx="7895844" cy="722102"/>
      </dsp:txXfrm>
    </dsp:sp>
    <dsp:sp modelId="{7A7C56C0-A57D-4622-B012-AE660F039E3E}">
      <dsp:nvSpPr>
        <dsp:cNvPr id="0" name=""/>
        <dsp:cNvSpPr/>
      </dsp:nvSpPr>
      <dsp:spPr>
        <a:xfrm>
          <a:off x="2011680" y="1555628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D00CE-B094-464E-A088-085C8B6A2B2F}">
      <dsp:nvSpPr>
        <dsp:cNvPr id="0" name=""/>
        <dsp:cNvSpPr/>
      </dsp:nvSpPr>
      <dsp:spPr>
        <a:xfrm>
          <a:off x="0" y="159251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DD393-C28C-4BF1-863A-96C18AB17836}">
      <dsp:nvSpPr>
        <dsp:cNvPr id="0" name=""/>
        <dsp:cNvSpPr/>
      </dsp:nvSpPr>
      <dsp:spPr>
        <a:xfrm>
          <a:off x="0" y="1592510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i="0" kern="1200" dirty="0"/>
            <a:t>Live Web Grounding</a:t>
          </a:r>
          <a:r>
            <a:rPr lang="en-IN" sz="1600" b="0" i="0" kern="1200" dirty="0"/>
            <a:t>:</a:t>
          </a:r>
        </a:p>
      </dsp:txBody>
      <dsp:txXfrm>
        <a:off x="0" y="1592510"/>
        <a:ext cx="2011680" cy="795089"/>
      </dsp:txXfrm>
    </dsp:sp>
    <dsp:sp modelId="{13D66106-EC51-4E0D-9DFD-FB63302C688E}">
      <dsp:nvSpPr>
        <dsp:cNvPr id="0" name=""/>
        <dsp:cNvSpPr/>
      </dsp:nvSpPr>
      <dsp:spPr>
        <a:xfrm>
          <a:off x="2162556" y="1628615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0" i="0" kern="1200"/>
            <a:t>The LLM isn't limited to training cutoffs. The AI fetches the latest clinical guidelines via Google Search mid-response and provides clickable citations.</a:t>
          </a:r>
          <a:endParaRPr lang="en-IN" sz="1700" b="0" i="0" kern="1200" dirty="0"/>
        </a:p>
      </dsp:txBody>
      <dsp:txXfrm>
        <a:off x="2162556" y="1628615"/>
        <a:ext cx="7895844" cy="722102"/>
      </dsp:txXfrm>
    </dsp:sp>
    <dsp:sp modelId="{DF49DB6D-6C03-450C-BC24-DA2A59A902A9}">
      <dsp:nvSpPr>
        <dsp:cNvPr id="0" name=""/>
        <dsp:cNvSpPr/>
      </dsp:nvSpPr>
      <dsp:spPr>
        <a:xfrm>
          <a:off x="2011680" y="2350718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2427F-5B97-4489-8CE2-FEB3C8170CE6}">
      <dsp:nvSpPr>
        <dsp:cNvPr id="0" name=""/>
        <dsp:cNvSpPr/>
      </dsp:nvSpPr>
      <dsp:spPr>
        <a:xfrm>
          <a:off x="0" y="238760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C5BF5-E61B-4E0B-AD87-FDFD44118DBF}">
      <dsp:nvSpPr>
        <dsp:cNvPr id="0" name=""/>
        <dsp:cNvSpPr/>
      </dsp:nvSpPr>
      <dsp:spPr>
        <a:xfrm>
          <a:off x="0" y="2387599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i="0" kern="1200" dirty="0"/>
            <a:t>Server-Sent Events (SSE) Streaming</a:t>
          </a:r>
          <a:r>
            <a:rPr lang="en-IN" sz="1600" b="0" i="0" kern="1200" dirty="0"/>
            <a:t>:</a:t>
          </a:r>
        </a:p>
      </dsp:txBody>
      <dsp:txXfrm>
        <a:off x="0" y="2387599"/>
        <a:ext cx="2011680" cy="795089"/>
      </dsp:txXfrm>
    </dsp:sp>
    <dsp:sp modelId="{A424F37C-776D-4F81-AA5A-8E9AA8613268}">
      <dsp:nvSpPr>
        <dsp:cNvPr id="0" name=""/>
        <dsp:cNvSpPr/>
      </dsp:nvSpPr>
      <dsp:spPr>
        <a:xfrm>
          <a:off x="2162556" y="2423705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0" i="0" kern="1200"/>
            <a:t>Chat responses stream into the UI token-by-token for a fast, responsive, "typing" experience.</a:t>
          </a:r>
          <a:endParaRPr lang="en-IN" sz="1700" b="0" i="0" kern="1200" dirty="0"/>
        </a:p>
      </dsp:txBody>
      <dsp:txXfrm>
        <a:off x="2162556" y="2423705"/>
        <a:ext cx="7895844" cy="722102"/>
      </dsp:txXfrm>
    </dsp:sp>
    <dsp:sp modelId="{70B12329-CC80-47AF-9E5F-15D7A081C345}">
      <dsp:nvSpPr>
        <dsp:cNvPr id="0" name=""/>
        <dsp:cNvSpPr/>
      </dsp:nvSpPr>
      <dsp:spPr>
        <a:xfrm>
          <a:off x="2011680" y="3145807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059F5-690E-49AF-99DB-6958CF0D11EC}">
      <dsp:nvSpPr>
        <dsp:cNvPr id="0" name=""/>
        <dsp:cNvSpPr/>
      </dsp:nvSpPr>
      <dsp:spPr>
        <a:xfrm>
          <a:off x="0" y="3182689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388CC-A3C8-44B5-9B2C-0B0323B29DC5}">
      <dsp:nvSpPr>
        <dsp:cNvPr id="0" name=""/>
        <dsp:cNvSpPr/>
      </dsp:nvSpPr>
      <dsp:spPr>
        <a:xfrm>
          <a:off x="0" y="3182689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i="0" kern="1200" dirty="0"/>
            <a:t>Dynamic UI Suggestions</a:t>
          </a:r>
          <a:r>
            <a:rPr lang="en-IN" sz="1600" b="0" i="0" kern="1200" dirty="0"/>
            <a:t>:</a:t>
          </a:r>
        </a:p>
      </dsp:txBody>
      <dsp:txXfrm>
        <a:off x="0" y="3182689"/>
        <a:ext cx="2011680" cy="795089"/>
      </dsp:txXfrm>
    </dsp:sp>
    <dsp:sp modelId="{89BFAFED-FAE3-4D48-8C08-F30BF80F204E}">
      <dsp:nvSpPr>
        <dsp:cNvPr id="0" name=""/>
        <dsp:cNvSpPr/>
      </dsp:nvSpPr>
      <dsp:spPr>
        <a:xfrm>
          <a:off x="2162556" y="3218794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0" i="0" kern="1200"/>
            <a:t>Chat suggestion pills are generated at runtime based specifically on the </a:t>
          </a:r>
          <a:r>
            <a:rPr lang="en-IN" sz="1700" b="0" i="1" kern="1200"/>
            <a:t>abnormal</a:t>
          </a:r>
          <a:r>
            <a:rPr lang="en-IN" sz="1700" b="0" i="0" kern="1200"/>
            <a:t> metrics found in the uploaded report.</a:t>
          </a:r>
          <a:endParaRPr lang="en-IN" sz="1700" b="0" i="0" kern="1200" dirty="0"/>
        </a:p>
      </dsp:txBody>
      <dsp:txXfrm>
        <a:off x="2162556" y="3218794"/>
        <a:ext cx="7895844" cy="722102"/>
      </dsp:txXfrm>
    </dsp:sp>
    <dsp:sp modelId="{325CC1FF-AFC9-41C0-B434-49B74D50B500}">
      <dsp:nvSpPr>
        <dsp:cNvPr id="0" name=""/>
        <dsp:cNvSpPr/>
      </dsp:nvSpPr>
      <dsp:spPr>
        <a:xfrm>
          <a:off x="2011680" y="3940897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5A36B-F7F6-456C-B50B-5CB71AA29CFD}">
      <dsp:nvSpPr>
        <dsp:cNvPr id="0" name=""/>
        <dsp:cNvSpPr/>
      </dsp:nvSpPr>
      <dsp:spPr>
        <a:xfrm>
          <a:off x="0" y="397777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0CA5E-DAE3-4D1C-85C7-95B3D5652029}">
      <dsp:nvSpPr>
        <dsp:cNvPr id="0" name=""/>
        <dsp:cNvSpPr/>
      </dsp:nvSpPr>
      <dsp:spPr>
        <a:xfrm>
          <a:off x="0" y="3977778"/>
          <a:ext cx="2011680" cy="79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i="0" kern="1200" dirty="0"/>
            <a:t>Compact Table Dashboard</a:t>
          </a:r>
          <a:r>
            <a:rPr lang="en-IN" sz="1600" b="0" i="0" kern="1200" dirty="0"/>
            <a:t>:</a:t>
          </a:r>
        </a:p>
      </dsp:txBody>
      <dsp:txXfrm>
        <a:off x="0" y="3977778"/>
        <a:ext cx="2011680" cy="795089"/>
      </dsp:txXfrm>
    </dsp:sp>
    <dsp:sp modelId="{DCBBE2DB-EA97-4657-9D41-888ECFF8CCE1}">
      <dsp:nvSpPr>
        <dsp:cNvPr id="0" name=""/>
        <dsp:cNvSpPr/>
      </dsp:nvSpPr>
      <dsp:spPr>
        <a:xfrm>
          <a:off x="2162556" y="4013884"/>
          <a:ext cx="7895844" cy="722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0" i="0" kern="1200"/>
            <a:t>Clean, scannable layout mimicking real lab reports for easy reading, designed in a custom Light Mode CSS system.</a:t>
          </a:r>
          <a:endParaRPr lang="en-IN" sz="1700" b="0" i="0" kern="1200" dirty="0"/>
        </a:p>
      </dsp:txBody>
      <dsp:txXfrm>
        <a:off x="2162556" y="4013884"/>
        <a:ext cx="7895844" cy="722102"/>
      </dsp:txXfrm>
    </dsp:sp>
    <dsp:sp modelId="{A158C2AB-BC7A-43CE-B0B9-76B376DF2535}">
      <dsp:nvSpPr>
        <dsp:cNvPr id="0" name=""/>
        <dsp:cNvSpPr/>
      </dsp:nvSpPr>
      <dsp:spPr>
        <a:xfrm>
          <a:off x="2011680" y="4735986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3CBC9-AA57-47C4-B739-DEF35989325F}">
      <dsp:nvSpPr>
        <dsp:cNvPr id="0" name=""/>
        <dsp:cNvSpPr/>
      </dsp:nvSpPr>
      <dsp:spPr>
        <a:xfrm>
          <a:off x="328418" y="153214"/>
          <a:ext cx="1272245" cy="309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400" b="1" kern="1200" dirty="0"/>
            <a:t>Extracting</a:t>
          </a:r>
          <a:endParaRPr lang="en-IN" sz="1400" kern="1200" dirty="0"/>
        </a:p>
      </dsp:txBody>
      <dsp:txXfrm>
        <a:off x="328418" y="153214"/>
        <a:ext cx="1272245" cy="309339"/>
      </dsp:txXfrm>
    </dsp:sp>
    <dsp:sp modelId="{F7E543B4-0143-43E3-B80B-ABD220261051}">
      <dsp:nvSpPr>
        <dsp:cNvPr id="0" name=""/>
        <dsp:cNvSpPr/>
      </dsp:nvSpPr>
      <dsp:spPr>
        <a:xfrm>
          <a:off x="1228" y="462553"/>
          <a:ext cx="1926625" cy="1704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structured data from raw pathology reports (PDFs or images).</a:t>
          </a:r>
        </a:p>
      </dsp:txBody>
      <dsp:txXfrm>
        <a:off x="1228" y="462553"/>
        <a:ext cx="1926625" cy="1704645"/>
      </dsp:txXfrm>
    </dsp:sp>
    <dsp:sp modelId="{CBDA2FC7-3859-49E7-9ADF-846D1C95A554}">
      <dsp:nvSpPr>
        <dsp:cNvPr id="0" name=""/>
        <dsp:cNvSpPr/>
      </dsp:nvSpPr>
      <dsp:spPr>
        <a:xfrm>
          <a:off x="2518608" y="163044"/>
          <a:ext cx="1635815" cy="309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Contextualizing</a:t>
          </a:r>
          <a:endParaRPr lang="en-IN" sz="1400" kern="1200" dirty="0"/>
        </a:p>
      </dsp:txBody>
      <dsp:txXfrm>
        <a:off x="2518608" y="163044"/>
        <a:ext cx="1635815" cy="309339"/>
      </dsp:txXfrm>
    </dsp:sp>
    <dsp:sp modelId="{43DEE335-6D9E-4B2F-B0FD-B7306EE82CDA}">
      <dsp:nvSpPr>
        <dsp:cNvPr id="0" name=""/>
        <dsp:cNvSpPr/>
      </dsp:nvSpPr>
      <dsp:spPr>
        <a:xfrm>
          <a:off x="2105967" y="462553"/>
          <a:ext cx="2461095" cy="1704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the results against a built-in medical knowledge base covering 5 major panels (CBC, LFT, KFT, Thyroid Profile, Lipid Profile).</a:t>
          </a:r>
        </a:p>
      </dsp:txBody>
      <dsp:txXfrm>
        <a:off x="2105967" y="462553"/>
        <a:ext cx="2461095" cy="1704645"/>
      </dsp:txXfrm>
    </dsp:sp>
    <dsp:sp modelId="{08E556D5-2365-45A7-8F30-52B585F589C1}">
      <dsp:nvSpPr>
        <dsp:cNvPr id="0" name=""/>
        <dsp:cNvSpPr/>
      </dsp:nvSpPr>
      <dsp:spPr>
        <a:xfrm>
          <a:off x="5377611" y="153214"/>
          <a:ext cx="1272245" cy="309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Explaining</a:t>
          </a:r>
          <a:endParaRPr lang="en-IN" sz="1400" kern="1200" dirty="0"/>
        </a:p>
      </dsp:txBody>
      <dsp:txXfrm>
        <a:off x="5377611" y="153214"/>
        <a:ext cx="1272245" cy="309339"/>
      </dsp:txXfrm>
    </dsp:sp>
    <dsp:sp modelId="{DBB78634-E7C1-4997-98AF-8269F38C045E}">
      <dsp:nvSpPr>
        <dsp:cNvPr id="0" name=""/>
        <dsp:cNvSpPr/>
      </dsp:nvSpPr>
      <dsp:spPr>
        <a:xfrm>
          <a:off x="4745177" y="462553"/>
          <a:ext cx="2537112" cy="1704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the findings in plain, empathetic language via an interactive chat interface.</a:t>
          </a:r>
        </a:p>
      </dsp:txBody>
      <dsp:txXfrm>
        <a:off x="4745177" y="462553"/>
        <a:ext cx="2537112" cy="1704645"/>
      </dsp:txXfrm>
    </dsp:sp>
    <dsp:sp modelId="{70976E3B-716A-4898-B387-48F69143378B}">
      <dsp:nvSpPr>
        <dsp:cNvPr id="0" name=""/>
        <dsp:cNvSpPr/>
      </dsp:nvSpPr>
      <dsp:spPr>
        <a:xfrm>
          <a:off x="7954582" y="153214"/>
          <a:ext cx="1272245" cy="309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Grounding</a:t>
          </a:r>
          <a:endParaRPr lang="en-IN" sz="1400" kern="1200" dirty="0"/>
        </a:p>
      </dsp:txBody>
      <dsp:txXfrm>
        <a:off x="7954582" y="153214"/>
        <a:ext cx="1272245" cy="309339"/>
      </dsp:txXfrm>
    </dsp:sp>
    <dsp:sp modelId="{85554A05-D03C-4E06-A7CB-E6A0C4F42F97}">
      <dsp:nvSpPr>
        <dsp:cNvPr id="0" name=""/>
        <dsp:cNvSpPr/>
      </dsp:nvSpPr>
      <dsp:spPr>
        <a:xfrm>
          <a:off x="7460404" y="462553"/>
          <a:ext cx="2260602" cy="1704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its answers using live Google Search to ensure responses reflect current medical guidelines and literature.</a:t>
          </a:r>
        </a:p>
      </dsp:txBody>
      <dsp:txXfrm>
        <a:off x="7460404" y="462553"/>
        <a:ext cx="2260602" cy="17046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8C541-10CE-47C4-BF97-A53F977044BB}">
      <dsp:nvSpPr>
        <dsp:cNvPr id="0" name=""/>
        <dsp:cNvSpPr/>
      </dsp:nvSpPr>
      <dsp:spPr>
        <a:xfrm>
          <a:off x="0" y="1215237"/>
          <a:ext cx="10058399" cy="162031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8D88D-6A62-48C6-B850-18B81FAC1D0B}">
      <dsp:nvSpPr>
        <dsp:cNvPr id="0" name=""/>
        <dsp:cNvSpPr/>
      </dsp:nvSpPr>
      <dsp:spPr>
        <a:xfrm>
          <a:off x="2486" y="0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✔ Upload pathology reports</a:t>
          </a:r>
        </a:p>
      </dsp:txBody>
      <dsp:txXfrm>
        <a:off x="2486" y="0"/>
        <a:ext cx="1447613" cy="1620316"/>
      </dsp:txXfrm>
    </dsp:sp>
    <dsp:sp modelId="{D5A845EB-9173-47E3-83BC-0C991913C465}">
      <dsp:nvSpPr>
        <dsp:cNvPr id="0" name=""/>
        <dsp:cNvSpPr/>
      </dsp:nvSpPr>
      <dsp:spPr>
        <a:xfrm>
          <a:off x="523753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81529-FB60-4938-AA5D-C1426E9D2D88}">
      <dsp:nvSpPr>
        <dsp:cNvPr id="0" name=""/>
        <dsp:cNvSpPr/>
      </dsp:nvSpPr>
      <dsp:spPr>
        <a:xfrm>
          <a:off x="1522481" y="2430475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✔ Extract medical information</a:t>
          </a:r>
        </a:p>
      </dsp:txBody>
      <dsp:txXfrm>
        <a:off x="1522481" y="2430475"/>
        <a:ext cx="1447613" cy="1620316"/>
      </dsp:txXfrm>
    </dsp:sp>
    <dsp:sp modelId="{6F1CB143-2336-4632-9362-E3BB2B6809A6}">
      <dsp:nvSpPr>
        <dsp:cNvPr id="0" name=""/>
        <dsp:cNvSpPr/>
      </dsp:nvSpPr>
      <dsp:spPr>
        <a:xfrm>
          <a:off x="2043748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8B565-10F4-426A-AC9E-A274FE2787E8}">
      <dsp:nvSpPr>
        <dsp:cNvPr id="0" name=""/>
        <dsp:cNvSpPr/>
      </dsp:nvSpPr>
      <dsp:spPr>
        <a:xfrm>
          <a:off x="3042475" y="0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✔ Build a searchable knowledge base</a:t>
          </a:r>
        </a:p>
      </dsp:txBody>
      <dsp:txXfrm>
        <a:off x="3042475" y="0"/>
        <a:ext cx="1447613" cy="1620316"/>
      </dsp:txXfrm>
    </dsp:sp>
    <dsp:sp modelId="{D1830F2C-7558-4DDD-A0A0-DFCBADACC5CB}">
      <dsp:nvSpPr>
        <dsp:cNvPr id="0" name=""/>
        <dsp:cNvSpPr/>
      </dsp:nvSpPr>
      <dsp:spPr>
        <a:xfrm>
          <a:off x="3563743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C096B-BBE4-40D2-947C-BC41334B3DDC}">
      <dsp:nvSpPr>
        <dsp:cNvPr id="0" name=""/>
        <dsp:cNvSpPr/>
      </dsp:nvSpPr>
      <dsp:spPr>
        <a:xfrm>
          <a:off x="4562470" y="2430475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✔ Use Retrieval-Augmented Generation (RAG)</a:t>
          </a:r>
        </a:p>
      </dsp:txBody>
      <dsp:txXfrm>
        <a:off x="4562470" y="2430475"/>
        <a:ext cx="1447613" cy="1620316"/>
      </dsp:txXfrm>
    </dsp:sp>
    <dsp:sp modelId="{B1A067EB-5404-4829-83C1-E0350764F770}">
      <dsp:nvSpPr>
        <dsp:cNvPr id="0" name=""/>
        <dsp:cNvSpPr/>
      </dsp:nvSpPr>
      <dsp:spPr>
        <a:xfrm>
          <a:off x="5083737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3D48D-6EFC-473F-B54B-B06A803AC30F}">
      <dsp:nvSpPr>
        <dsp:cNvPr id="0" name=""/>
        <dsp:cNvSpPr/>
      </dsp:nvSpPr>
      <dsp:spPr>
        <a:xfrm>
          <a:off x="6082465" y="0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✔ Explain reports in natural language</a:t>
          </a:r>
        </a:p>
      </dsp:txBody>
      <dsp:txXfrm>
        <a:off x="6082465" y="0"/>
        <a:ext cx="1447613" cy="1620316"/>
      </dsp:txXfrm>
    </dsp:sp>
    <dsp:sp modelId="{C15D7226-06AD-4DC8-800A-AA7547FBE8A9}">
      <dsp:nvSpPr>
        <dsp:cNvPr id="0" name=""/>
        <dsp:cNvSpPr/>
      </dsp:nvSpPr>
      <dsp:spPr>
        <a:xfrm>
          <a:off x="6603732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55AB1-A8E9-4569-9240-F1206A52F4F2}">
      <dsp:nvSpPr>
        <dsp:cNvPr id="0" name=""/>
        <dsp:cNvSpPr/>
      </dsp:nvSpPr>
      <dsp:spPr>
        <a:xfrm>
          <a:off x="7602459" y="2430475"/>
          <a:ext cx="1447613" cy="16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✔ Provide grounded answers with citations</a:t>
          </a:r>
        </a:p>
      </dsp:txBody>
      <dsp:txXfrm>
        <a:off x="7602459" y="2430475"/>
        <a:ext cx="1447613" cy="1620316"/>
      </dsp:txXfrm>
    </dsp:sp>
    <dsp:sp modelId="{0230F4DE-BD6F-4D44-81A6-1A6D73ADA9EF}">
      <dsp:nvSpPr>
        <dsp:cNvPr id="0" name=""/>
        <dsp:cNvSpPr/>
      </dsp:nvSpPr>
      <dsp:spPr>
        <a:xfrm>
          <a:off x="8123727" y="1822856"/>
          <a:ext cx="405079" cy="4050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0BBDC-15B1-4F48-8A9A-FA176E54E382}">
      <dsp:nvSpPr>
        <dsp:cNvPr id="0" name=""/>
        <dsp:cNvSpPr/>
      </dsp:nvSpPr>
      <dsp:spPr>
        <a:xfrm>
          <a:off x="-624335" y="0"/>
          <a:ext cx="6965709" cy="97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System:  You are an empathetic medical AI. Never diagnose. Always disclaim.</a:t>
          </a:r>
        </a:p>
      </dsp:txBody>
      <dsp:txXfrm>
        <a:off x="-595667" y="28668"/>
        <a:ext cx="5643836" cy="921458"/>
      </dsp:txXfrm>
    </dsp:sp>
    <dsp:sp modelId="{E83212CF-9C17-42E8-8738-1CE74F72D0FC}">
      <dsp:nvSpPr>
        <dsp:cNvPr id="0" name=""/>
        <dsp:cNvSpPr/>
      </dsp:nvSpPr>
      <dsp:spPr>
        <a:xfrm>
          <a:off x="-278662" y="1156756"/>
          <a:ext cx="7272298" cy="97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Context 1 — Patient's Report: [top 3 semantically similar chunks from the uploaded report]</a:t>
          </a:r>
          <a:endParaRPr lang="en-IN" sz="1900" kern="1200" dirty="0"/>
        </a:p>
      </dsp:txBody>
      <dsp:txXfrm>
        <a:off x="-249994" y="1185424"/>
        <a:ext cx="5829323" cy="921458"/>
      </dsp:txXfrm>
    </dsp:sp>
    <dsp:sp modelId="{6185523D-52D0-457D-83BE-4DCBBB128DAA}">
      <dsp:nvSpPr>
        <dsp:cNvPr id="0" name=""/>
        <dsp:cNvSpPr/>
      </dsp:nvSpPr>
      <dsp:spPr>
        <a:xfrm>
          <a:off x="125367" y="2313513"/>
          <a:ext cx="7447280" cy="97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Context 2 — Clinical Guidelines: [top 3 semantically similar chunks from medical_kb.json]</a:t>
          </a:r>
          <a:endParaRPr lang="en-IN" sz="1900" kern="1200" dirty="0"/>
        </a:p>
      </dsp:txBody>
      <dsp:txXfrm>
        <a:off x="154035" y="2342181"/>
        <a:ext cx="5980273" cy="921458"/>
      </dsp:txXfrm>
    </dsp:sp>
    <dsp:sp modelId="{C57598AE-AFBC-4612-83BD-30E16A6C09BC}">
      <dsp:nvSpPr>
        <dsp:cNvPr id="0" name=""/>
        <dsp:cNvSpPr/>
      </dsp:nvSpPr>
      <dsp:spPr>
        <a:xfrm>
          <a:off x="624335" y="3470269"/>
          <a:ext cx="7447280" cy="97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Patient Question:  [user's query]</a:t>
          </a:r>
        </a:p>
      </dsp:txBody>
      <dsp:txXfrm>
        <a:off x="653003" y="3498937"/>
        <a:ext cx="5970964" cy="921458"/>
      </dsp:txXfrm>
    </dsp:sp>
    <dsp:sp modelId="{BA64FD6E-FE39-4217-AA0A-A23080310792}">
      <dsp:nvSpPr>
        <dsp:cNvPr id="0" name=""/>
        <dsp:cNvSpPr/>
      </dsp:nvSpPr>
      <dsp:spPr>
        <a:xfrm>
          <a:off x="5201215" y="749667"/>
          <a:ext cx="636216" cy="636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>
        <a:off x="5344364" y="749667"/>
        <a:ext cx="349918" cy="478753"/>
      </dsp:txXfrm>
    </dsp:sp>
    <dsp:sp modelId="{BB617EC0-5391-4F5F-92C8-D85A4065BB4C}">
      <dsp:nvSpPr>
        <dsp:cNvPr id="0" name=""/>
        <dsp:cNvSpPr/>
      </dsp:nvSpPr>
      <dsp:spPr>
        <a:xfrm>
          <a:off x="5700182" y="1906423"/>
          <a:ext cx="636216" cy="636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>
        <a:off x="5843331" y="1906423"/>
        <a:ext cx="349918" cy="478753"/>
      </dsp:txXfrm>
    </dsp:sp>
    <dsp:sp modelId="{CA65D2D1-A6F1-4671-8F59-EE2C877EC0AE}">
      <dsp:nvSpPr>
        <dsp:cNvPr id="0" name=""/>
        <dsp:cNvSpPr/>
      </dsp:nvSpPr>
      <dsp:spPr>
        <a:xfrm>
          <a:off x="6191703" y="3063180"/>
          <a:ext cx="636216" cy="636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900" kern="1200"/>
        </a:p>
      </dsp:txBody>
      <dsp:txXfrm>
        <a:off x="6334852" y="3063180"/>
        <a:ext cx="349918" cy="4787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C471A-5926-4756-974A-EAC5F1496FA4}">
      <dsp:nvSpPr>
        <dsp:cNvPr id="0" name=""/>
        <dsp:cNvSpPr/>
      </dsp:nvSpPr>
      <dsp:spPr>
        <a:xfrm>
          <a:off x="-4578492" y="-702136"/>
          <a:ext cx="5455064" cy="5455064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08B927-DE45-4762-BEEC-4BD8A350F7FA}">
      <dsp:nvSpPr>
        <dsp:cNvPr id="0" name=""/>
        <dsp:cNvSpPr/>
      </dsp:nvSpPr>
      <dsp:spPr>
        <a:xfrm>
          <a:off x="284163" y="184149"/>
          <a:ext cx="9720158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Hybrid Parsing</a:t>
          </a:r>
        </a:p>
      </dsp:txBody>
      <dsp:txXfrm>
        <a:off x="284163" y="184149"/>
        <a:ext cx="9720158" cy="368135"/>
      </dsp:txXfrm>
    </dsp:sp>
    <dsp:sp modelId="{9B779BDD-02E1-41DF-B0B1-38C1FDDE80A4}">
      <dsp:nvSpPr>
        <dsp:cNvPr id="0" name=""/>
        <dsp:cNvSpPr/>
      </dsp:nvSpPr>
      <dsp:spPr>
        <a:xfrm>
          <a:off x="54078" y="138132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E715C-59ED-4E2D-8E21-FAD2427631D5}">
      <dsp:nvSpPr>
        <dsp:cNvPr id="0" name=""/>
        <dsp:cNvSpPr/>
      </dsp:nvSpPr>
      <dsp:spPr>
        <a:xfrm>
          <a:off x="617543" y="736677"/>
          <a:ext cx="9386778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Live Google Search</a:t>
          </a:r>
        </a:p>
      </dsp:txBody>
      <dsp:txXfrm>
        <a:off x="617543" y="736677"/>
        <a:ext cx="9386778" cy="368135"/>
      </dsp:txXfrm>
    </dsp:sp>
    <dsp:sp modelId="{8D14ECE7-6329-4E64-A262-C972BCD5D4B7}">
      <dsp:nvSpPr>
        <dsp:cNvPr id="0" name=""/>
        <dsp:cNvSpPr/>
      </dsp:nvSpPr>
      <dsp:spPr>
        <a:xfrm>
          <a:off x="387458" y="690660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D12A1-B4C6-46C5-BCF0-6A91525CA203}">
      <dsp:nvSpPr>
        <dsp:cNvPr id="0" name=""/>
        <dsp:cNvSpPr/>
      </dsp:nvSpPr>
      <dsp:spPr>
        <a:xfrm>
          <a:off x="800233" y="1288799"/>
          <a:ext cx="9204087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Streaming Responses</a:t>
          </a:r>
        </a:p>
      </dsp:txBody>
      <dsp:txXfrm>
        <a:off x="800233" y="1288799"/>
        <a:ext cx="9204087" cy="368135"/>
      </dsp:txXfrm>
    </dsp:sp>
    <dsp:sp modelId="{3848FBB5-ED85-4F42-966A-A3ACFB71CA05}">
      <dsp:nvSpPr>
        <dsp:cNvPr id="0" name=""/>
        <dsp:cNvSpPr/>
      </dsp:nvSpPr>
      <dsp:spPr>
        <a:xfrm>
          <a:off x="570148" y="1242782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5D28A-455D-433E-BB6A-AB4C55F345C8}">
      <dsp:nvSpPr>
        <dsp:cNvPr id="0" name=""/>
        <dsp:cNvSpPr/>
      </dsp:nvSpPr>
      <dsp:spPr>
        <a:xfrm>
          <a:off x="858565" y="1841328"/>
          <a:ext cx="9145756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Medical Knowledge Base</a:t>
          </a:r>
        </a:p>
      </dsp:txBody>
      <dsp:txXfrm>
        <a:off x="858565" y="1841328"/>
        <a:ext cx="9145756" cy="368135"/>
      </dsp:txXfrm>
    </dsp:sp>
    <dsp:sp modelId="{A654F33F-C752-4313-89C2-7E2463BC882B}">
      <dsp:nvSpPr>
        <dsp:cNvPr id="0" name=""/>
        <dsp:cNvSpPr/>
      </dsp:nvSpPr>
      <dsp:spPr>
        <a:xfrm>
          <a:off x="628480" y="1795311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800E3-4CCF-42C5-9BA8-E57BF8F141EA}">
      <dsp:nvSpPr>
        <dsp:cNvPr id="0" name=""/>
        <dsp:cNvSpPr/>
      </dsp:nvSpPr>
      <dsp:spPr>
        <a:xfrm>
          <a:off x="800233" y="2393856"/>
          <a:ext cx="9204087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Dynamic Suggestions</a:t>
          </a:r>
        </a:p>
      </dsp:txBody>
      <dsp:txXfrm>
        <a:off x="800233" y="2393856"/>
        <a:ext cx="9204087" cy="368135"/>
      </dsp:txXfrm>
    </dsp:sp>
    <dsp:sp modelId="{858E40B9-2541-444A-9504-7B91ED9EAEF0}">
      <dsp:nvSpPr>
        <dsp:cNvPr id="0" name=""/>
        <dsp:cNvSpPr/>
      </dsp:nvSpPr>
      <dsp:spPr>
        <a:xfrm>
          <a:off x="570148" y="2347839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769F4-1015-492D-AC16-696E1FA12461}">
      <dsp:nvSpPr>
        <dsp:cNvPr id="0" name=""/>
        <dsp:cNvSpPr/>
      </dsp:nvSpPr>
      <dsp:spPr>
        <a:xfrm>
          <a:off x="617543" y="2945978"/>
          <a:ext cx="9386778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Compact Dashboard</a:t>
          </a:r>
        </a:p>
      </dsp:txBody>
      <dsp:txXfrm>
        <a:off x="617543" y="2945978"/>
        <a:ext cx="9386778" cy="368135"/>
      </dsp:txXfrm>
    </dsp:sp>
    <dsp:sp modelId="{E65B52D9-2157-407A-A19A-53AD3CD1777D}">
      <dsp:nvSpPr>
        <dsp:cNvPr id="0" name=""/>
        <dsp:cNvSpPr/>
      </dsp:nvSpPr>
      <dsp:spPr>
        <a:xfrm>
          <a:off x="387458" y="2899961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B36596-4D13-4D08-A9B7-E450B8804CB4}">
      <dsp:nvSpPr>
        <dsp:cNvPr id="0" name=""/>
        <dsp:cNvSpPr/>
      </dsp:nvSpPr>
      <dsp:spPr>
        <a:xfrm>
          <a:off x="284163" y="3498507"/>
          <a:ext cx="9720158" cy="368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20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Semantic Search</a:t>
          </a:r>
        </a:p>
      </dsp:txBody>
      <dsp:txXfrm>
        <a:off x="284163" y="3498507"/>
        <a:ext cx="9720158" cy="368135"/>
      </dsp:txXfrm>
    </dsp:sp>
    <dsp:sp modelId="{32396BF1-0CD7-4B52-8CFE-213B75DB811A}">
      <dsp:nvSpPr>
        <dsp:cNvPr id="0" name=""/>
        <dsp:cNvSpPr/>
      </dsp:nvSpPr>
      <dsp:spPr>
        <a:xfrm>
          <a:off x="54078" y="3452490"/>
          <a:ext cx="460169" cy="4601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FDED-CB2C-44FD-BC30-9DE198D1C2E4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8F0DB-FDE2-4ACC-A20C-8CB610155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68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8F0DB-FDE2-4ACC-A20C-8CB6101556B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80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64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2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3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6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9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80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72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409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59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05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547354B-B654-4BF0-9101-277C1C8509B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5E215D8-3222-4575-A676-1F17586BF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5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E700-B428-CDFF-7ECE-4368612E1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IN" dirty="0" err="1"/>
              <a:t>PathoInsight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96CBF-3885-1951-F874-A84EE3B63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20"/>
            <a:ext cx="8251133" cy="1069848"/>
          </a:xfrm>
        </p:spPr>
        <p:txBody>
          <a:bodyPr/>
          <a:lstStyle/>
          <a:p>
            <a:r>
              <a:rPr lang="en-IN" dirty="0"/>
              <a:t>AI-powered RAG Assistant for Demystifying Pathology Reports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E6DEBB-A4C6-A992-2EDA-D8A84299A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80250" y1="22162" x2="80250" y2="22162"/>
                        <a14:foregroundMark x1="55392" y1="22489" x2="55392" y2="22489"/>
                        <a14:foregroundMark x1="55051" y1="26856" x2="55051" y2="26856"/>
                        <a14:foregroundMark x1="64813" y1="37336" x2="64813" y2="37336"/>
                        <a14:foregroundMark x1="66061" y1="44869" x2="66061" y2="44869"/>
                        <a14:foregroundMark x1="66061" y1="52293" x2="66061" y2="52293"/>
                        <a14:foregroundMark x1="75709" y1="64083" x2="75709" y2="64083"/>
                        <a14:foregroundMark x1="45062" y1="65721" x2="45062" y2="65721"/>
                        <a14:foregroundMark x1="44722" y1="52293" x2="44722" y2="52293"/>
                        <a14:foregroundMark x1="22474" y1="18777" x2="22474" y2="18777"/>
                        <a14:foregroundMark x1="12145" y1="58188" x2="12145" y2="58188"/>
                        <a14:foregroundMark x1="24404" y1="36135" x2="24404" y2="36135"/>
                        <a14:foregroundMark x1="41203" y1="73799" x2="41203" y2="73799"/>
                        <a14:foregroundMark x1="40182" y1="84607" x2="40182" y2="84607"/>
                        <a14:foregroundMark x1="65721" y1="72817" x2="65721" y2="72817"/>
                        <a14:foregroundMark x1="71850" y1="37991" x2="71850" y2="37991"/>
                        <a14:foregroundMark x1="55392" y1="25873" x2="55392" y2="258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21" y="1353312"/>
            <a:ext cx="2919811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1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A482-FCCA-7ABF-A36D-A2C2EA2A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DB54-0B6A-562C-7BB2-54CB3D25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Millions of patients receive pathology reports that are difficult to understand.</a:t>
            </a:r>
          </a:p>
          <a:p>
            <a:pPr marL="0" indent="0">
              <a:buNone/>
            </a:pPr>
            <a:r>
              <a:rPr lang="en-IN" dirty="0"/>
              <a:t>Challenges:</a:t>
            </a:r>
          </a:p>
          <a:p>
            <a:pPr lvl="1"/>
            <a:r>
              <a:rPr lang="en-IN" sz="2000" dirty="0"/>
              <a:t>Medical jargon </a:t>
            </a:r>
          </a:p>
          <a:p>
            <a:pPr lvl="1"/>
            <a:r>
              <a:rPr lang="en-IN" sz="2000" dirty="0"/>
              <a:t>Numerical lab values </a:t>
            </a:r>
          </a:p>
          <a:p>
            <a:pPr lvl="1"/>
            <a:r>
              <a:rPr lang="en-IN" sz="2000" dirty="0"/>
              <a:t>Lack of medical knowledge </a:t>
            </a:r>
          </a:p>
          <a:p>
            <a:pPr lvl="1"/>
            <a:r>
              <a:rPr lang="en-IN" sz="2000" dirty="0"/>
              <a:t>Anxiety after seeing abnormal values </a:t>
            </a:r>
          </a:p>
          <a:p>
            <a:pPr lvl="1"/>
            <a:r>
              <a:rPr lang="en-IN" sz="2000" dirty="0"/>
              <a:t>Searching Google often gives confusing or misleading answers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702D0-0942-E92F-B4FA-CB452C5D05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216448"/>
              </p:ext>
            </p:extLst>
          </p:nvPr>
        </p:nvGraphicFramePr>
        <p:xfrm>
          <a:off x="2251586" y="4758811"/>
          <a:ext cx="7659330" cy="1120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891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1F71-D0D1-3FA8-500D-0CD55A02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PathoInsight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376F-DA0E-E9DB-2AD5-2E76F849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PathoInsight</a:t>
            </a:r>
            <a:r>
              <a:rPr lang="en-IN" dirty="0"/>
              <a:t> helps patients understand their lab reports (CBC, LFT, KFT, Thyroid, Lipid profiles) by combining local document parsing, vector-based semantic search, and Google Gemini's advanced LLM with live Google Search grounding. </a:t>
            </a:r>
          </a:p>
          <a:p>
            <a:pPr marL="0" indent="0">
              <a:buNone/>
            </a:pPr>
            <a:r>
              <a:rPr lang="en-IN" dirty="0"/>
              <a:t>It provides an empathetic, knowledgeable medical AI assistant that explains complex medical terminology in plain language.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Patients deserve explanations—not just numbers.</a:t>
            </a:r>
          </a:p>
          <a:p>
            <a:pPr marL="0" indent="0">
              <a:buNone/>
            </a:pPr>
            <a:r>
              <a:rPr lang="en-IN" dirty="0"/>
              <a:t>Our goal:</a:t>
            </a:r>
          </a:p>
          <a:p>
            <a:pPr lvl="1"/>
            <a:r>
              <a:rPr lang="en-IN" sz="2000" dirty="0"/>
              <a:t>Simplify pathology reports </a:t>
            </a:r>
          </a:p>
          <a:p>
            <a:pPr lvl="1"/>
            <a:r>
              <a:rPr lang="en-IN" sz="2000" dirty="0"/>
              <a:t>Explain findings in plain language </a:t>
            </a:r>
          </a:p>
          <a:p>
            <a:pPr lvl="1"/>
            <a:r>
              <a:rPr lang="en-IN" sz="2000" dirty="0"/>
              <a:t>Use trusted medical references </a:t>
            </a:r>
          </a:p>
          <a:p>
            <a:pPr lvl="1"/>
            <a:r>
              <a:rPr lang="en-IN" sz="2000" dirty="0"/>
              <a:t>Reduce confusion before visiting a doctor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835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0B7F-375B-3F45-AF81-BA92587B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 ⚠️Medical Disclaimer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F326-E582-FE77-B47B-93E913C87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PathoInsight</a:t>
            </a:r>
            <a:r>
              <a:rPr lang="en-IN" b="1" dirty="0"/>
              <a:t> is strictly an educational tool and does not provide medical advice, diagnosis, or treatment.</a:t>
            </a:r>
            <a:endParaRPr lang="en-IN" dirty="0"/>
          </a:p>
          <a:p>
            <a:r>
              <a:rPr lang="en-IN" dirty="0"/>
              <a:t>The AI-generated insights, summaries, and explanations are for informational purposes only. </a:t>
            </a:r>
          </a:p>
          <a:p>
            <a:r>
              <a:rPr lang="en-IN" dirty="0"/>
              <a:t>Do not disregard professional medical advice or delay seeking it because of information provided by this application.</a:t>
            </a:r>
          </a:p>
          <a:p>
            <a:r>
              <a:rPr lang="en-IN" b="1" dirty="0"/>
              <a:t>Always consult a qualified physician or healthcare provider for clinical decisions regarding your test results.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14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A4A4-BDBF-8D1D-106E-9B3FE59B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8F8E4F-625A-9690-7DC6-96571DA81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166735"/>
              </p:ext>
            </p:extLst>
          </p:nvPr>
        </p:nvGraphicFramePr>
        <p:xfrm>
          <a:off x="1069975" y="1717040"/>
          <a:ext cx="100584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07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1B46-13A1-BAF3-F6D6-C0F91D76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Concept &amp; Idea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6A2E8-2B92-E51A-1F91-A83E23E6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Medical reports are often filled with complex terminology, abbreviations, and numerical values that can be overwhelming. </a:t>
            </a:r>
            <a:r>
              <a:rPr lang="en-IN" dirty="0" err="1"/>
              <a:t>PathoInsight</a:t>
            </a:r>
            <a:r>
              <a:rPr lang="en-IN" dirty="0"/>
              <a:t> bridges this gap by:</a:t>
            </a:r>
            <a:endParaRPr lang="en-IN" sz="18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The Goal:</a:t>
            </a:r>
            <a:r>
              <a:rPr lang="en-IN" dirty="0"/>
              <a:t> Empower patients to have more informed and meaningful conversations with their doctors.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402952-DEA5-166F-E097-E6F28776E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266893"/>
              </p:ext>
            </p:extLst>
          </p:nvPr>
        </p:nvGraphicFramePr>
        <p:xfrm>
          <a:off x="1063752" y="2851354"/>
          <a:ext cx="9722235" cy="2320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98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2DA5-F8F2-1571-ABC6-DC94998F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87B672-3943-FAD7-4905-BC41CE876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784154"/>
              </p:ext>
            </p:extLst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947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48A4-D56E-BB66-F58F-6B609E10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009DE-4312-8118-8A0F-6BFF58C09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29" y="2349911"/>
            <a:ext cx="10983942" cy="256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1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32D5-CD5C-B1FB-AE95-D05D9D1B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E734DC8-2156-8788-2AF7-3092DB83E2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3" r="-1067" b="-3743"/>
          <a:stretch>
            <a:fillRect/>
          </a:stretch>
        </p:blipFill>
        <p:spPr>
          <a:xfrm>
            <a:off x="0" y="0"/>
            <a:ext cx="8549640" cy="6858000"/>
          </a:xfrm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2B885-0AF9-506B-9566-EB504BA44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17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14E3-841A-DE0C-63B1-C2618515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Database &amp; Storage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08F26B2-60F6-156A-68EB-46320A00F9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15" r="-7900" b="-2041"/>
          <a:stretch>
            <a:fillRect/>
          </a:stretch>
        </p:blipFill>
        <p:spPr>
          <a:xfrm>
            <a:off x="0" y="0"/>
            <a:ext cx="8303740" cy="6858000"/>
          </a:xfrm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52160-5EA5-2FF2-2455-9B1542720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74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4380-096A-472B-10BC-5A017705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0" y="482600"/>
            <a:ext cx="3200400" cy="1737360"/>
          </a:xfrm>
        </p:spPr>
        <p:txBody>
          <a:bodyPr/>
          <a:lstStyle/>
          <a:p>
            <a:r>
              <a:rPr lang="en-IN" dirty="0"/>
              <a:t>Two-Tier RAG Pipeline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6F8F123-A1CD-4E16-CA13-AA6C38501B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" t="-5617" r="2782" b="-4448"/>
          <a:stretch>
            <a:fillRect/>
          </a:stretch>
        </p:blipFill>
        <p:spPr>
          <a:xfrm>
            <a:off x="40640" y="0"/>
            <a:ext cx="9159240" cy="6786880"/>
          </a:xfrm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59262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8BE1-7973-7F8E-B241-472069F9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STRUCTURE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B3999F3-AD74-D160-6FD3-1B42CF301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1581117"/>
              </p:ext>
            </p:extLst>
          </p:nvPr>
        </p:nvGraphicFramePr>
        <p:xfrm>
          <a:off x="2204720" y="1783080"/>
          <a:ext cx="7447280" cy="4449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72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C64D-F8EE-C494-44B2-1483FCE6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C4812C-A135-A6E8-E827-01C1C1D4A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697401"/>
              </p:ext>
            </p:extLst>
          </p:nvPr>
        </p:nvGraphicFramePr>
        <p:xfrm>
          <a:off x="563880" y="2007870"/>
          <a:ext cx="11064240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86280">
                  <a:extLst>
                    <a:ext uri="{9D8B030D-6E8A-4147-A177-3AD203B41FA5}">
                      <a16:colId xmlns:a16="http://schemas.microsoft.com/office/drawing/2014/main" val="3563386677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873387873"/>
                    </a:ext>
                  </a:extLst>
                </a:gridCol>
                <a:gridCol w="5511800">
                  <a:extLst>
                    <a:ext uri="{9D8B030D-6E8A-4147-A177-3AD203B41FA5}">
                      <a16:colId xmlns:a16="http://schemas.microsoft.com/office/drawing/2014/main" val="11010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Domain</a:t>
                      </a:r>
                      <a:endParaRPr lang="en-IN" sz="1600" b="1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Technology</a:t>
                      </a:r>
                      <a:endParaRPr lang="en-IN" sz="1600" b="1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Reason</a:t>
                      </a:r>
                      <a:endParaRPr lang="en-IN" sz="1600" b="1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12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Frontend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>
                          <a:solidFill>
                            <a:sysClr val="windowText" lastClr="000000"/>
                          </a:solidFill>
                          <a:effectLst/>
                        </a:rPr>
                        <a:t>React, Vite, Vanilla CSS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Fast HMR, lightweight, responsive UI.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134384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ysClr val="windowText" lastClr="000000"/>
                          </a:solidFill>
                          <a:effectLst/>
                        </a:rPr>
                        <a:t>Backend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Python, </a:t>
                      </a:r>
                      <a:r>
                        <a:rPr lang="en-IN" sz="18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FastAPI</a:t>
                      </a: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N" sz="18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Uvicorn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>
                          <a:solidFill>
                            <a:sysClr val="windowText" lastClr="000000"/>
                          </a:solidFill>
                          <a:effectLst/>
                        </a:rPr>
                        <a:t>High performance async Python framework.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3141395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ysClr val="windowText" lastClr="000000"/>
                          </a:solidFill>
                          <a:effectLst/>
                        </a:rPr>
                        <a:t>LLM &amp; Vision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Google Gemini (</a:t>
                      </a:r>
                      <a:r>
                        <a:rPr lang="en-IN" sz="1200" b="0" dirty="0">
                          <a:solidFill>
                            <a:sysClr val="windowText" lastClr="000000"/>
                          </a:solidFill>
                          <a:effectLst/>
                        </a:rPr>
                        <a:t>gemini-2.5-flash</a:t>
                      </a: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>
                          <a:solidFill>
                            <a:sysClr val="windowText" lastClr="000000"/>
                          </a:solidFill>
                          <a:effectLst/>
                        </a:rPr>
                        <a:t>Fast, supports JSON schema, multimodal OCR, and Grounding tools.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137769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ysClr val="windowText" lastClr="000000"/>
                          </a:solidFill>
                          <a:effectLst/>
                        </a:rPr>
                        <a:t>Embeddings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Google Gemini (</a:t>
                      </a:r>
                      <a:r>
                        <a:rPr lang="en-IN" sz="1200" b="0" dirty="0">
                          <a:solidFill>
                            <a:sysClr val="windowText" lastClr="000000"/>
                          </a:solidFill>
                          <a:effectLst/>
                        </a:rPr>
                        <a:t>text-embedding-004</a:t>
                      </a: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>
                          <a:solidFill>
                            <a:sysClr val="windowText" lastClr="000000"/>
                          </a:solidFill>
                          <a:effectLst/>
                        </a:rPr>
                        <a:t>High quality 768-dimensional semantic embeddings.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3048962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ysClr val="windowText" lastClr="000000"/>
                          </a:solidFill>
                          <a:effectLst/>
                        </a:rPr>
                        <a:t>Vector DB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SQLite + NumPy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>
                          <a:solidFill>
                            <a:sysClr val="windowText" lastClr="000000"/>
                          </a:solidFill>
                          <a:effectLst/>
                        </a:rPr>
                        <a:t>Zero-dependency, self-contained, no external infrastructure needed.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1566397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ysClr val="windowText" lastClr="000000"/>
                          </a:solidFill>
                          <a:effectLst/>
                        </a:rPr>
                        <a:t>PDF Extraction</a:t>
                      </a:r>
                      <a:endParaRPr lang="en-IN" sz="1800" b="0" i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pdfplumber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Best-in-class local text extraction for digital PDFs.</a:t>
                      </a:r>
                      <a:endParaRPr lang="en-IN" sz="1800" b="0" i="0" dirty="0">
                        <a:solidFill>
                          <a:sysClr val="windowText" lastClr="000000"/>
                        </a:solidFill>
                        <a:effectLst/>
                        <a:latin typeface="Mona Sans VF"/>
                      </a:endParaRPr>
                    </a:p>
                  </a:txBody>
                  <a:tcPr marL="108966" marR="108966" anchor="ctr"/>
                </a:tc>
                <a:extLst>
                  <a:ext uri="{0D108BD9-81ED-4DB2-BD59-A6C34878D82A}">
                    <a16:rowId xmlns:a16="http://schemas.microsoft.com/office/drawing/2014/main" val="364110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2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7818-926E-0601-304E-5280D8A8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955BFA-1714-2AD2-E642-31F3936FE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559331"/>
              </p:ext>
            </p:extLst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981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89B0-DF95-9843-6D1C-D050507C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ADBD99-F67C-000B-878E-1D6CDE28B7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0111230"/>
              </p:ext>
            </p:extLst>
          </p:nvPr>
        </p:nvGraphicFramePr>
        <p:xfrm>
          <a:off x="1076960" y="1972310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61396759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272731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Traditional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Patho 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6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Difficult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Plain 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5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Google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+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21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 personalization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Personalized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3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 citations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Live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101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Manual reading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358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3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8E4A2-3A48-2641-A814-5A932928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Screeshots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9913A-3132-052B-B26D-DFDF472F0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4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59D32-44B2-9BEE-B278-42CA39C1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48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4A56D-5137-D9FE-F93F-CC6C71C9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48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58B75C-C968-9242-7E9F-CB997DF84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3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DA0C7-3854-68DC-9EA5-C6517EDD8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3" y="413082"/>
            <a:ext cx="8708980" cy="355914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E1DF9EEF-FF90-9D27-BA1C-0F4BF4BBD7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3972" y="3660558"/>
            <a:ext cx="1032387" cy="947815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7B707A-2734-3408-C839-B954BADFB62D}"/>
              </a:ext>
            </a:extLst>
          </p:cNvPr>
          <p:cNvSpPr txBox="1"/>
          <p:nvPr/>
        </p:nvSpPr>
        <p:spPr>
          <a:xfrm>
            <a:off x="771563" y="4581832"/>
            <a:ext cx="6877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Guardrail protecting 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3693506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231EE-B627-6811-36DF-E9179B47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43" y="385984"/>
            <a:ext cx="7357760" cy="45085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4551A378-AA3D-E2DA-E6E1-9ED684D169E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23955" y="3214232"/>
            <a:ext cx="1465496" cy="1895034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379546-EB35-4A5C-CF92-DE3B14E298CA}"/>
              </a:ext>
            </a:extLst>
          </p:cNvPr>
          <p:cNvSpPr txBox="1"/>
          <p:nvPr/>
        </p:nvSpPr>
        <p:spPr>
          <a:xfrm>
            <a:off x="5413119" y="4894497"/>
            <a:ext cx="687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Context Awareness</a:t>
            </a:r>
          </a:p>
        </p:txBody>
      </p:sp>
    </p:spTree>
    <p:extLst>
      <p:ext uri="{BB962C8B-B14F-4D97-AF65-F5344CB8AC3E}">
        <p14:creationId xmlns:p14="http://schemas.microsoft.com/office/powerpoint/2010/main" val="172465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6E8C8-04F8-6E0E-9143-B3F771C15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90" y="458646"/>
            <a:ext cx="7857504" cy="403469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35184260-742A-CB07-AB63-B375C5C69F9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23955" y="3214232"/>
            <a:ext cx="1465496" cy="1895034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173A92-E6B4-625A-CCC9-295A26D863FC}"/>
              </a:ext>
            </a:extLst>
          </p:cNvPr>
          <p:cNvSpPr txBox="1"/>
          <p:nvPr/>
        </p:nvSpPr>
        <p:spPr>
          <a:xfrm>
            <a:off x="5413119" y="4894497"/>
            <a:ext cx="687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Gives findings from the report</a:t>
            </a:r>
          </a:p>
        </p:txBody>
      </p:sp>
    </p:spTree>
    <p:extLst>
      <p:ext uri="{BB962C8B-B14F-4D97-AF65-F5344CB8AC3E}">
        <p14:creationId xmlns:p14="http://schemas.microsoft.com/office/powerpoint/2010/main" val="3363480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B4E6EF-06F4-C0A5-6C8D-18CFF6F99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54" r="27368"/>
          <a:stretch>
            <a:fillRect/>
          </a:stretch>
        </p:blipFill>
        <p:spPr>
          <a:xfrm>
            <a:off x="356761" y="225418"/>
            <a:ext cx="7919545" cy="50109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FBE5AB2-9C61-4BF7-152B-67AE4287393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92593" y="4139381"/>
            <a:ext cx="1632156" cy="1356851"/>
          </a:xfrm>
          <a:prstGeom prst="curvedConnector3">
            <a:avLst>
              <a:gd name="adj1" fmla="val 7349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B981EE-C786-1DB1-C096-1A281FF71FEB}"/>
              </a:ext>
            </a:extLst>
          </p:cNvPr>
          <p:cNvSpPr txBox="1"/>
          <p:nvPr/>
        </p:nvSpPr>
        <p:spPr>
          <a:xfrm>
            <a:off x="722402" y="5565058"/>
            <a:ext cx="687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Citations for grounded information</a:t>
            </a:r>
          </a:p>
        </p:txBody>
      </p:sp>
    </p:spTree>
    <p:extLst>
      <p:ext uri="{BB962C8B-B14F-4D97-AF65-F5344CB8AC3E}">
        <p14:creationId xmlns:p14="http://schemas.microsoft.com/office/powerpoint/2010/main" val="1147518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C9C1-8817-90FF-91C7-00DFBB9C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DE06-1AE8-815A-8DD3-CF229BE9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 ⚠️Medical Disclaimer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B510-736C-DEBA-0F28-4859B05B9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PathoInsight</a:t>
            </a:r>
            <a:r>
              <a:rPr lang="en-IN" b="1" dirty="0"/>
              <a:t> is strictly an educational tool and does not provide medical advice, diagnosis, or treatment.</a:t>
            </a:r>
            <a:endParaRPr lang="en-IN" dirty="0"/>
          </a:p>
          <a:p>
            <a:r>
              <a:rPr lang="en-IN" dirty="0"/>
              <a:t>The AI-generated insights, summaries, and explanations are for informational purposes only. </a:t>
            </a:r>
          </a:p>
          <a:p>
            <a:r>
              <a:rPr lang="en-IN" dirty="0"/>
              <a:t>Do not disregard professional medical advice or delay seeking it because of information provided by this application.</a:t>
            </a:r>
          </a:p>
          <a:p>
            <a:r>
              <a:rPr lang="en-IN" b="1" dirty="0"/>
              <a:t>Always consult a qualified physician or healthcare provider for clinical decisions regarding your test results.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531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109</TotalTime>
  <Words>836</Words>
  <Application>Microsoft Office PowerPoint</Application>
  <PresentationFormat>Widescreen</PresentationFormat>
  <Paragraphs>127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Mona Sans VF</vt:lpstr>
      <vt:lpstr>Rockwell</vt:lpstr>
      <vt:lpstr>Rockwell Condensed</vt:lpstr>
      <vt:lpstr>Wingdings</vt:lpstr>
      <vt:lpstr>Wood Type</vt:lpstr>
      <vt:lpstr>       PathoInsight</vt:lpstr>
      <vt:lpstr>The Problem</vt:lpstr>
      <vt:lpstr>Why PathoInsight?</vt:lpstr>
      <vt:lpstr> ⚠️Medical Disclaimer</vt:lpstr>
      <vt:lpstr>Key Features</vt:lpstr>
      <vt:lpstr>The Concept &amp; Idea</vt:lpstr>
      <vt:lpstr>Project Objectives</vt:lpstr>
      <vt:lpstr>Solution Overview</vt:lpstr>
      <vt:lpstr>SYSTEM ARCHITECTURE</vt:lpstr>
      <vt:lpstr>Vector Database &amp; Storage</vt:lpstr>
      <vt:lpstr>Two-Tier RAG Pipeline</vt:lpstr>
      <vt:lpstr>PROMPT STRUCTURE</vt:lpstr>
      <vt:lpstr>Technology Stack</vt:lpstr>
      <vt:lpstr>Features</vt:lpstr>
      <vt:lpstr>Advantages</vt:lpstr>
      <vt:lpstr>Screeshots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⚠️Medical Disclaimer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Wycliffe</dc:creator>
  <cp:lastModifiedBy>Anshul Wycliffe</cp:lastModifiedBy>
  <cp:revision>16</cp:revision>
  <dcterms:created xsi:type="dcterms:W3CDTF">2026-06-29T13:48:41Z</dcterms:created>
  <dcterms:modified xsi:type="dcterms:W3CDTF">2026-06-30T07:01:43Z</dcterms:modified>
</cp:coreProperties>
</file>